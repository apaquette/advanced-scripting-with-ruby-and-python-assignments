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9" r:id="rId2"/>
    <p:sldId id="257" r:id="rId3"/>
    <p:sldId id="266" r:id="rId4"/>
    <p:sldId id="258" r:id="rId5"/>
    <p:sldId id="260" r:id="rId6"/>
    <p:sldId id="261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BB8313E-AE79-480E-86BD-8BA028632FAC}">
          <p14:sldIdLst>
            <p14:sldId id="259"/>
            <p14:sldId id="257"/>
            <p14:sldId id="266"/>
          </p14:sldIdLst>
        </p14:section>
        <p14:section name="Types of encryption" id="{411DB166-4D58-42DC-8A21-D51DCDF1EC3F}">
          <p14:sldIdLst>
            <p14:sldId id="258"/>
            <p14:sldId id="260"/>
            <p14:sldId id="261"/>
          </p14:sldIdLst>
        </p14:section>
        <p14:section name="Encryption Uses" id="{F8B5A402-2308-4ABC-8989-2B666F936CE6}">
          <p14:sldIdLst>
            <p14:sldId id="263"/>
            <p14:sldId id="264"/>
          </p14:sldIdLst>
        </p14:section>
        <p14:section name="Encryption in Python" id="{B9CA4C62-34D4-4D14-A483-304F8817ABE3}">
          <p14:sldIdLst>
            <p14:sldId id="265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4A42B1-242E-49DE-B244-611D8E97B0C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813796D-3F55-434A-AB10-52D56D203811}">
      <dgm:prSet/>
      <dgm:spPr/>
      <dgm:t>
        <a:bodyPr/>
        <a:lstStyle/>
        <a:p>
          <a:r>
            <a:rPr lang="en-CA" b="1" dirty="0"/>
            <a:t>1900 BC</a:t>
          </a:r>
          <a:r>
            <a:rPr lang="en-CA" dirty="0"/>
            <a:t>: Symbol replacement encryption, later known as the Caesar Cipher</a:t>
          </a:r>
          <a:endParaRPr lang="en-US" dirty="0"/>
        </a:p>
      </dgm:t>
    </dgm:pt>
    <dgm:pt modelId="{D9A83C8A-748F-480B-9066-37B40AE63C53}" type="parTrans" cxnId="{935E35A9-9810-4987-AE33-D7E3DF9B6624}">
      <dgm:prSet/>
      <dgm:spPr/>
      <dgm:t>
        <a:bodyPr/>
        <a:lstStyle/>
        <a:p>
          <a:endParaRPr lang="en-US"/>
        </a:p>
      </dgm:t>
    </dgm:pt>
    <dgm:pt modelId="{CB64F859-3951-40DB-A915-F13D4C428605}" type="sibTrans" cxnId="{935E35A9-9810-4987-AE33-D7E3DF9B6624}">
      <dgm:prSet/>
      <dgm:spPr/>
      <dgm:t>
        <a:bodyPr/>
        <a:lstStyle/>
        <a:p>
          <a:endParaRPr lang="en-US"/>
        </a:p>
      </dgm:t>
    </dgm:pt>
    <dgm:pt modelId="{16E69A6B-5EEE-4E90-A78D-CF48F3EED847}">
      <dgm:prSet/>
      <dgm:spPr/>
      <dgm:t>
        <a:bodyPr/>
        <a:lstStyle/>
        <a:p>
          <a:r>
            <a:rPr lang="en-CA" b="1" dirty="0"/>
            <a:t>800s</a:t>
          </a:r>
          <a:r>
            <a:rPr lang="en-CA" dirty="0"/>
            <a:t>: Arab mathematician developed a technique for cracking Caesar Cipher encryption</a:t>
          </a:r>
          <a:endParaRPr lang="en-US" dirty="0"/>
        </a:p>
      </dgm:t>
    </dgm:pt>
    <dgm:pt modelId="{688CCEEB-4CA4-4DE9-B94A-ED03A37CC29D}" type="parTrans" cxnId="{96A46673-3AA9-40BB-9C40-4342B9A57960}">
      <dgm:prSet/>
      <dgm:spPr/>
      <dgm:t>
        <a:bodyPr/>
        <a:lstStyle/>
        <a:p>
          <a:endParaRPr lang="en-US"/>
        </a:p>
      </dgm:t>
    </dgm:pt>
    <dgm:pt modelId="{1AE98DA7-54E6-49BC-AA80-60CDC87C7563}" type="sibTrans" cxnId="{96A46673-3AA9-40BB-9C40-4342B9A57960}">
      <dgm:prSet/>
      <dgm:spPr/>
      <dgm:t>
        <a:bodyPr/>
        <a:lstStyle/>
        <a:p>
          <a:endParaRPr lang="en-US"/>
        </a:p>
      </dgm:t>
    </dgm:pt>
    <dgm:pt modelId="{D22681D2-2909-435C-A3AC-9C08054233E9}">
      <dgm:prSet/>
      <dgm:spPr/>
      <dgm:t>
        <a:bodyPr/>
        <a:lstStyle/>
        <a:p>
          <a:r>
            <a:rPr lang="en-CA" b="1" dirty="0"/>
            <a:t>1465s</a:t>
          </a:r>
          <a:r>
            <a:rPr lang="en-CA" dirty="0"/>
            <a:t>: </a:t>
          </a:r>
          <a:r>
            <a:rPr lang="en-US" dirty="0"/>
            <a:t>Polyalphabetic </a:t>
          </a:r>
          <a:r>
            <a:rPr lang="en-CA" dirty="0"/>
            <a:t>Cipher rendered decryption method ineffective</a:t>
          </a:r>
          <a:endParaRPr lang="en-US" dirty="0"/>
        </a:p>
      </dgm:t>
    </dgm:pt>
    <dgm:pt modelId="{26659DD7-35B6-4A44-8CDD-38DA4A4926E1}" type="parTrans" cxnId="{58F89409-5F71-4AA6-A117-892684832FD6}">
      <dgm:prSet/>
      <dgm:spPr/>
      <dgm:t>
        <a:bodyPr/>
        <a:lstStyle/>
        <a:p>
          <a:endParaRPr lang="en-US"/>
        </a:p>
      </dgm:t>
    </dgm:pt>
    <dgm:pt modelId="{52BFEBAA-4933-48E1-AE6B-417177C883A4}" type="sibTrans" cxnId="{58F89409-5F71-4AA6-A117-892684832FD6}">
      <dgm:prSet/>
      <dgm:spPr/>
      <dgm:t>
        <a:bodyPr/>
        <a:lstStyle/>
        <a:p>
          <a:endParaRPr lang="en-US"/>
        </a:p>
      </dgm:t>
    </dgm:pt>
    <dgm:pt modelId="{B625C4F9-B841-452C-84C2-CF1B3B683807}">
      <dgm:prSet/>
      <dgm:spPr/>
      <dgm:t>
        <a:bodyPr/>
        <a:lstStyle/>
        <a:p>
          <a:r>
            <a:rPr lang="en-CA" b="1" dirty="0"/>
            <a:t>1790s</a:t>
          </a:r>
          <a:r>
            <a:rPr lang="en-CA" dirty="0"/>
            <a:t>: Thomas Jefferson created a cipher to encode and decode messages, known as the Wheel Cipher</a:t>
          </a:r>
          <a:endParaRPr lang="en-US" dirty="0"/>
        </a:p>
      </dgm:t>
    </dgm:pt>
    <dgm:pt modelId="{1BC0980B-2083-4A8E-98A4-FEDEF77A930A}" type="parTrans" cxnId="{AC9790EA-E72C-4427-A31B-F5FBA14F7FA3}">
      <dgm:prSet/>
      <dgm:spPr/>
      <dgm:t>
        <a:bodyPr/>
        <a:lstStyle/>
        <a:p>
          <a:endParaRPr lang="en-US"/>
        </a:p>
      </dgm:t>
    </dgm:pt>
    <dgm:pt modelId="{B420D79D-714A-4227-B71E-264F9C1F7F8C}" type="sibTrans" cxnId="{AC9790EA-E72C-4427-A31B-F5FBA14F7FA3}">
      <dgm:prSet/>
      <dgm:spPr/>
      <dgm:t>
        <a:bodyPr/>
        <a:lstStyle/>
        <a:p>
          <a:endParaRPr lang="en-US"/>
        </a:p>
      </dgm:t>
    </dgm:pt>
    <dgm:pt modelId="{5A91D042-D557-4FF9-9D17-A20A08B41008}">
      <dgm:prSet/>
      <dgm:spPr/>
      <dgm:t>
        <a:bodyPr/>
        <a:lstStyle/>
        <a:p>
          <a:r>
            <a:rPr lang="en-CA" b="1" dirty="0"/>
            <a:t>1940s</a:t>
          </a:r>
          <a:r>
            <a:rPr lang="en-CA" dirty="0"/>
            <a:t>: Axis powers used their Enigma machine to encrypt and decrypt messages</a:t>
          </a:r>
          <a:endParaRPr lang="en-US" dirty="0"/>
        </a:p>
      </dgm:t>
    </dgm:pt>
    <dgm:pt modelId="{CA79D9DE-48E4-4A88-8358-D6E5E70A6BBB}" type="parTrans" cxnId="{C3E873BE-CCD2-41BB-B6E4-860F4745E300}">
      <dgm:prSet/>
      <dgm:spPr/>
      <dgm:t>
        <a:bodyPr/>
        <a:lstStyle/>
        <a:p>
          <a:endParaRPr lang="en-US"/>
        </a:p>
      </dgm:t>
    </dgm:pt>
    <dgm:pt modelId="{E91C8BD1-E9B9-45F2-9C3A-20AB105DF816}" type="sibTrans" cxnId="{C3E873BE-CCD2-41BB-B6E4-860F4745E300}">
      <dgm:prSet/>
      <dgm:spPr/>
      <dgm:t>
        <a:bodyPr/>
        <a:lstStyle/>
        <a:p>
          <a:endParaRPr lang="en-US"/>
        </a:p>
      </dgm:t>
    </dgm:pt>
    <dgm:pt modelId="{200F8362-C865-4D41-B007-E1929A5B3974}">
      <dgm:prSet/>
      <dgm:spPr/>
      <dgm:t>
        <a:bodyPr/>
        <a:lstStyle/>
        <a:p>
          <a:r>
            <a:rPr lang="en-CA" b="1" dirty="0"/>
            <a:t>Modern</a:t>
          </a:r>
          <a:r>
            <a:rPr lang="en-CA" dirty="0"/>
            <a:t>: Encryption is used in the transfer of communication over the Internet</a:t>
          </a:r>
          <a:endParaRPr lang="en-US" dirty="0"/>
        </a:p>
      </dgm:t>
    </dgm:pt>
    <dgm:pt modelId="{6C5EC31C-BCF7-405C-926E-DC74E7E751C5}" type="parTrans" cxnId="{E5F8654B-5B6E-4E24-AC7D-2F6A1FBA4A7E}">
      <dgm:prSet/>
      <dgm:spPr/>
      <dgm:t>
        <a:bodyPr/>
        <a:lstStyle/>
        <a:p>
          <a:endParaRPr lang="en-US"/>
        </a:p>
      </dgm:t>
    </dgm:pt>
    <dgm:pt modelId="{199CCBC7-08FA-4E4A-8CFF-B2BCC87EA266}" type="sibTrans" cxnId="{E5F8654B-5B6E-4E24-AC7D-2F6A1FBA4A7E}">
      <dgm:prSet/>
      <dgm:spPr/>
      <dgm:t>
        <a:bodyPr/>
        <a:lstStyle/>
        <a:p>
          <a:endParaRPr lang="en-US"/>
        </a:p>
      </dgm:t>
    </dgm:pt>
    <dgm:pt modelId="{C4F6E57D-1F5C-4B68-8170-B03C8E783A1B}" type="pres">
      <dgm:prSet presAssocID="{0E4A42B1-242E-49DE-B244-611D8E97B0CA}" presName="Name0" presStyleCnt="0">
        <dgm:presLayoutVars>
          <dgm:dir/>
          <dgm:resizeHandles val="exact"/>
        </dgm:presLayoutVars>
      </dgm:prSet>
      <dgm:spPr/>
    </dgm:pt>
    <dgm:pt modelId="{7D3BC2D6-7DB5-476D-B27F-24D085C4E4F3}" type="pres">
      <dgm:prSet presAssocID="{F813796D-3F55-434A-AB10-52D56D203811}" presName="node" presStyleLbl="node1" presStyleIdx="0" presStyleCnt="6">
        <dgm:presLayoutVars>
          <dgm:bulletEnabled val="1"/>
        </dgm:presLayoutVars>
      </dgm:prSet>
      <dgm:spPr/>
    </dgm:pt>
    <dgm:pt modelId="{A3F861D1-D51B-410A-AF6E-A2D62F2C63D4}" type="pres">
      <dgm:prSet presAssocID="{CB64F859-3951-40DB-A915-F13D4C428605}" presName="sibTrans" presStyleLbl="sibTrans1D1" presStyleIdx="0" presStyleCnt="5"/>
      <dgm:spPr/>
    </dgm:pt>
    <dgm:pt modelId="{98D13C29-4503-4C38-8741-D972B05AD5CA}" type="pres">
      <dgm:prSet presAssocID="{CB64F859-3951-40DB-A915-F13D4C428605}" presName="connectorText" presStyleLbl="sibTrans1D1" presStyleIdx="0" presStyleCnt="5"/>
      <dgm:spPr/>
    </dgm:pt>
    <dgm:pt modelId="{ACA8E1D7-7744-4839-A4F2-73A2C0CF0401}" type="pres">
      <dgm:prSet presAssocID="{16E69A6B-5EEE-4E90-A78D-CF48F3EED847}" presName="node" presStyleLbl="node1" presStyleIdx="1" presStyleCnt="6">
        <dgm:presLayoutVars>
          <dgm:bulletEnabled val="1"/>
        </dgm:presLayoutVars>
      </dgm:prSet>
      <dgm:spPr/>
    </dgm:pt>
    <dgm:pt modelId="{E4FEB5C3-4549-46F9-AEE5-4B0DFFABF24D}" type="pres">
      <dgm:prSet presAssocID="{1AE98DA7-54E6-49BC-AA80-60CDC87C7563}" presName="sibTrans" presStyleLbl="sibTrans1D1" presStyleIdx="1" presStyleCnt="5"/>
      <dgm:spPr/>
    </dgm:pt>
    <dgm:pt modelId="{C4DF6E58-783B-4FB4-A157-35AE4AC17BE8}" type="pres">
      <dgm:prSet presAssocID="{1AE98DA7-54E6-49BC-AA80-60CDC87C7563}" presName="connectorText" presStyleLbl="sibTrans1D1" presStyleIdx="1" presStyleCnt="5"/>
      <dgm:spPr/>
    </dgm:pt>
    <dgm:pt modelId="{194D89A5-BE48-4FE5-827D-0DD6A0834AE3}" type="pres">
      <dgm:prSet presAssocID="{D22681D2-2909-435C-A3AC-9C08054233E9}" presName="node" presStyleLbl="node1" presStyleIdx="2" presStyleCnt="6">
        <dgm:presLayoutVars>
          <dgm:bulletEnabled val="1"/>
        </dgm:presLayoutVars>
      </dgm:prSet>
      <dgm:spPr/>
    </dgm:pt>
    <dgm:pt modelId="{781D2630-55F5-4BFA-A77D-4BAADE82AD19}" type="pres">
      <dgm:prSet presAssocID="{52BFEBAA-4933-48E1-AE6B-417177C883A4}" presName="sibTrans" presStyleLbl="sibTrans1D1" presStyleIdx="2" presStyleCnt="5"/>
      <dgm:spPr/>
    </dgm:pt>
    <dgm:pt modelId="{7CE8A5AF-6CB5-45B2-A708-227CCAE0E3A8}" type="pres">
      <dgm:prSet presAssocID="{52BFEBAA-4933-48E1-AE6B-417177C883A4}" presName="connectorText" presStyleLbl="sibTrans1D1" presStyleIdx="2" presStyleCnt="5"/>
      <dgm:spPr/>
    </dgm:pt>
    <dgm:pt modelId="{C9049BB3-F838-49B6-8B99-97A9E8031AD8}" type="pres">
      <dgm:prSet presAssocID="{B625C4F9-B841-452C-84C2-CF1B3B683807}" presName="node" presStyleLbl="node1" presStyleIdx="3" presStyleCnt="6">
        <dgm:presLayoutVars>
          <dgm:bulletEnabled val="1"/>
        </dgm:presLayoutVars>
      </dgm:prSet>
      <dgm:spPr/>
    </dgm:pt>
    <dgm:pt modelId="{B819E133-0FBE-425A-8351-D7B3639AF33D}" type="pres">
      <dgm:prSet presAssocID="{B420D79D-714A-4227-B71E-264F9C1F7F8C}" presName="sibTrans" presStyleLbl="sibTrans1D1" presStyleIdx="3" presStyleCnt="5"/>
      <dgm:spPr/>
    </dgm:pt>
    <dgm:pt modelId="{CE5F24F4-0A28-4156-8E69-210FB22B2AF0}" type="pres">
      <dgm:prSet presAssocID="{B420D79D-714A-4227-B71E-264F9C1F7F8C}" presName="connectorText" presStyleLbl="sibTrans1D1" presStyleIdx="3" presStyleCnt="5"/>
      <dgm:spPr/>
    </dgm:pt>
    <dgm:pt modelId="{B315B73B-394A-4F0D-8ED0-713BF4D195DF}" type="pres">
      <dgm:prSet presAssocID="{5A91D042-D557-4FF9-9D17-A20A08B41008}" presName="node" presStyleLbl="node1" presStyleIdx="4" presStyleCnt="6">
        <dgm:presLayoutVars>
          <dgm:bulletEnabled val="1"/>
        </dgm:presLayoutVars>
      </dgm:prSet>
      <dgm:spPr/>
    </dgm:pt>
    <dgm:pt modelId="{C8EEE2EA-8FF1-4006-87E3-27453CC3E8EE}" type="pres">
      <dgm:prSet presAssocID="{E91C8BD1-E9B9-45F2-9C3A-20AB105DF816}" presName="sibTrans" presStyleLbl="sibTrans1D1" presStyleIdx="4" presStyleCnt="5"/>
      <dgm:spPr/>
    </dgm:pt>
    <dgm:pt modelId="{7E106223-9254-456B-B33F-C21BFE9BEE3C}" type="pres">
      <dgm:prSet presAssocID="{E91C8BD1-E9B9-45F2-9C3A-20AB105DF816}" presName="connectorText" presStyleLbl="sibTrans1D1" presStyleIdx="4" presStyleCnt="5"/>
      <dgm:spPr/>
    </dgm:pt>
    <dgm:pt modelId="{0AD1A958-17B7-4058-936A-2139902F524D}" type="pres">
      <dgm:prSet presAssocID="{200F8362-C865-4D41-B007-E1929A5B3974}" presName="node" presStyleLbl="node1" presStyleIdx="5" presStyleCnt="6">
        <dgm:presLayoutVars>
          <dgm:bulletEnabled val="1"/>
        </dgm:presLayoutVars>
      </dgm:prSet>
      <dgm:spPr/>
    </dgm:pt>
  </dgm:ptLst>
  <dgm:cxnLst>
    <dgm:cxn modelId="{58F89409-5F71-4AA6-A117-892684832FD6}" srcId="{0E4A42B1-242E-49DE-B244-611D8E97B0CA}" destId="{D22681D2-2909-435C-A3AC-9C08054233E9}" srcOrd="2" destOrd="0" parTransId="{26659DD7-35B6-4A44-8CDD-38DA4A4926E1}" sibTransId="{52BFEBAA-4933-48E1-AE6B-417177C883A4}"/>
    <dgm:cxn modelId="{B896A40B-BEAD-425F-B77C-D5D10D15CACA}" type="presOf" srcId="{200F8362-C865-4D41-B007-E1929A5B3974}" destId="{0AD1A958-17B7-4058-936A-2139902F524D}" srcOrd="0" destOrd="0" presId="urn:microsoft.com/office/officeart/2016/7/layout/RepeatingBendingProcessNew"/>
    <dgm:cxn modelId="{9FCC9324-1040-4144-8030-2ABCF70BA6AA}" type="presOf" srcId="{D22681D2-2909-435C-A3AC-9C08054233E9}" destId="{194D89A5-BE48-4FE5-827D-0DD6A0834AE3}" srcOrd="0" destOrd="0" presId="urn:microsoft.com/office/officeart/2016/7/layout/RepeatingBendingProcessNew"/>
    <dgm:cxn modelId="{50B7262D-EAD2-4CF6-B252-BD5510AB8BFC}" type="presOf" srcId="{1AE98DA7-54E6-49BC-AA80-60CDC87C7563}" destId="{C4DF6E58-783B-4FB4-A157-35AE4AC17BE8}" srcOrd="1" destOrd="0" presId="urn:microsoft.com/office/officeart/2016/7/layout/RepeatingBendingProcessNew"/>
    <dgm:cxn modelId="{74A6C02E-947E-4F87-9B94-1719CAB72362}" type="presOf" srcId="{52BFEBAA-4933-48E1-AE6B-417177C883A4}" destId="{7CE8A5AF-6CB5-45B2-A708-227CCAE0E3A8}" srcOrd="1" destOrd="0" presId="urn:microsoft.com/office/officeart/2016/7/layout/RepeatingBendingProcessNew"/>
    <dgm:cxn modelId="{73F4192F-28AA-4458-BF98-CFDC01F2E242}" type="presOf" srcId="{CB64F859-3951-40DB-A915-F13D4C428605}" destId="{A3F861D1-D51B-410A-AF6E-A2D62F2C63D4}" srcOrd="0" destOrd="0" presId="urn:microsoft.com/office/officeart/2016/7/layout/RepeatingBendingProcessNew"/>
    <dgm:cxn modelId="{81D20131-5887-409C-8182-54F00C7D0DFF}" type="presOf" srcId="{B625C4F9-B841-452C-84C2-CF1B3B683807}" destId="{C9049BB3-F838-49B6-8B99-97A9E8031AD8}" srcOrd="0" destOrd="0" presId="urn:microsoft.com/office/officeart/2016/7/layout/RepeatingBendingProcessNew"/>
    <dgm:cxn modelId="{F14E2032-2712-4CA8-8501-C3DF6580EEE8}" type="presOf" srcId="{E91C8BD1-E9B9-45F2-9C3A-20AB105DF816}" destId="{C8EEE2EA-8FF1-4006-87E3-27453CC3E8EE}" srcOrd="0" destOrd="0" presId="urn:microsoft.com/office/officeart/2016/7/layout/RepeatingBendingProcessNew"/>
    <dgm:cxn modelId="{77D82F38-10AE-4FF3-9772-A6D110D06D0E}" type="presOf" srcId="{B420D79D-714A-4227-B71E-264F9C1F7F8C}" destId="{B819E133-0FBE-425A-8351-D7B3639AF33D}" srcOrd="0" destOrd="0" presId="urn:microsoft.com/office/officeart/2016/7/layout/RepeatingBendingProcessNew"/>
    <dgm:cxn modelId="{A2A71763-B260-421F-9CD2-42A682A811E8}" type="presOf" srcId="{B420D79D-714A-4227-B71E-264F9C1F7F8C}" destId="{CE5F24F4-0A28-4156-8E69-210FB22B2AF0}" srcOrd="1" destOrd="0" presId="urn:microsoft.com/office/officeart/2016/7/layout/RepeatingBendingProcessNew"/>
    <dgm:cxn modelId="{4D7B0E64-9C51-426B-B59E-66B028505EAB}" type="presOf" srcId="{E91C8BD1-E9B9-45F2-9C3A-20AB105DF816}" destId="{7E106223-9254-456B-B33F-C21BFE9BEE3C}" srcOrd="1" destOrd="0" presId="urn:microsoft.com/office/officeart/2016/7/layout/RepeatingBendingProcessNew"/>
    <dgm:cxn modelId="{374EE068-5B1C-4FA6-8D4C-8A3D2CFB368B}" type="presOf" srcId="{16E69A6B-5EEE-4E90-A78D-CF48F3EED847}" destId="{ACA8E1D7-7744-4839-A4F2-73A2C0CF0401}" srcOrd="0" destOrd="0" presId="urn:microsoft.com/office/officeart/2016/7/layout/RepeatingBendingProcessNew"/>
    <dgm:cxn modelId="{A5866B6A-B3DD-4907-9195-F7AFB052A756}" type="presOf" srcId="{0E4A42B1-242E-49DE-B244-611D8E97B0CA}" destId="{C4F6E57D-1F5C-4B68-8170-B03C8E783A1B}" srcOrd="0" destOrd="0" presId="urn:microsoft.com/office/officeart/2016/7/layout/RepeatingBendingProcessNew"/>
    <dgm:cxn modelId="{E5F8654B-5B6E-4E24-AC7D-2F6A1FBA4A7E}" srcId="{0E4A42B1-242E-49DE-B244-611D8E97B0CA}" destId="{200F8362-C865-4D41-B007-E1929A5B3974}" srcOrd="5" destOrd="0" parTransId="{6C5EC31C-BCF7-405C-926E-DC74E7E751C5}" sibTransId="{199CCBC7-08FA-4E4A-8CFF-B2BCC87EA266}"/>
    <dgm:cxn modelId="{96A46673-3AA9-40BB-9C40-4342B9A57960}" srcId="{0E4A42B1-242E-49DE-B244-611D8E97B0CA}" destId="{16E69A6B-5EEE-4E90-A78D-CF48F3EED847}" srcOrd="1" destOrd="0" parTransId="{688CCEEB-4CA4-4DE9-B94A-ED03A37CC29D}" sibTransId="{1AE98DA7-54E6-49BC-AA80-60CDC87C7563}"/>
    <dgm:cxn modelId="{8A5B9056-19C2-43FC-9463-60401E6D4671}" type="presOf" srcId="{CB64F859-3951-40DB-A915-F13D4C428605}" destId="{98D13C29-4503-4C38-8741-D972B05AD5CA}" srcOrd="1" destOrd="0" presId="urn:microsoft.com/office/officeart/2016/7/layout/RepeatingBendingProcessNew"/>
    <dgm:cxn modelId="{935E35A9-9810-4987-AE33-D7E3DF9B6624}" srcId="{0E4A42B1-242E-49DE-B244-611D8E97B0CA}" destId="{F813796D-3F55-434A-AB10-52D56D203811}" srcOrd="0" destOrd="0" parTransId="{D9A83C8A-748F-480B-9066-37B40AE63C53}" sibTransId="{CB64F859-3951-40DB-A915-F13D4C428605}"/>
    <dgm:cxn modelId="{A5B6E8BB-C69E-43F7-BF05-5C90EC381402}" type="presOf" srcId="{1AE98DA7-54E6-49BC-AA80-60CDC87C7563}" destId="{E4FEB5C3-4549-46F9-AEE5-4B0DFFABF24D}" srcOrd="0" destOrd="0" presId="urn:microsoft.com/office/officeart/2016/7/layout/RepeatingBendingProcessNew"/>
    <dgm:cxn modelId="{C3E873BE-CCD2-41BB-B6E4-860F4745E300}" srcId="{0E4A42B1-242E-49DE-B244-611D8E97B0CA}" destId="{5A91D042-D557-4FF9-9D17-A20A08B41008}" srcOrd="4" destOrd="0" parTransId="{CA79D9DE-48E4-4A88-8358-D6E5E70A6BBB}" sibTransId="{E91C8BD1-E9B9-45F2-9C3A-20AB105DF816}"/>
    <dgm:cxn modelId="{0CBA3ED6-4D35-4080-A3F4-E0FB2E3CA7AA}" type="presOf" srcId="{5A91D042-D557-4FF9-9D17-A20A08B41008}" destId="{B315B73B-394A-4F0D-8ED0-713BF4D195DF}" srcOrd="0" destOrd="0" presId="urn:microsoft.com/office/officeart/2016/7/layout/RepeatingBendingProcessNew"/>
    <dgm:cxn modelId="{C513F5D6-A119-49E5-B338-66A19630A0C5}" type="presOf" srcId="{F813796D-3F55-434A-AB10-52D56D203811}" destId="{7D3BC2D6-7DB5-476D-B27F-24D085C4E4F3}" srcOrd="0" destOrd="0" presId="urn:microsoft.com/office/officeart/2016/7/layout/RepeatingBendingProcessNew"/>
    <dgm:cxn modelId="{AC9790EA-E72C-4427-A31B-F5FBA14F7FA3}" srcId="{0E4A42B1-242E-49DE-B244-611D8E97B0CA}" destId="{B625C4F9-B841-452C-84C2-CF1B3B683807}" srcOrd="3" destOrd="0" parTransId="{1BC0980B-2083-4A8E-98A4-FEDEF77A930A}" sibTransId="{B420D79D-714A-4227-B71E-264F9C1F7F8C}"/>
    <dgm:cxn modelId="{A1E209FD-BCC6-4FFC-89A4-7A5EFA90E1BE}" type="presOf" srcId="{52BFEBAA-4933-48E1-AE6B-417177C883A4}" destId="{781D2630-55F5-4BFA-A77D-4BAADE82AD19}" srcOrd="0" destOrd="0" presId="urn:microsoft.com/office/officeart/2016/7/layout/RepeatingBendingProcessNew"/>
    <dgm:cxn modelId="{C997924E-B090-4F85-9C1C-9185664CDAF7}" type="presParOf" srcId="{C4F6E57D-1F5C-4B68-8170-B03C8E783A1B}" destId="{7D3BC2D6-7DB5-476D-B27F-24D085C4E4F3}" srcOrd="0" destOrd="0" presId="urn:microsoft.com/office/officeart/2016/7/layout/RepeatingBendingProcessNew"/>
    <dgm:cxn modelId="{B4783C83-9D98-4759-9A5D-35494CBF8133}" type="presParOf" srcId="{C4F6E57D-1F5C-4B68-8170-B03C8E783A1B}" destId="{A3F861D1-D51B-410A-AF6E-A2D62F2C63D4}" srcOrd="1" destOrd="0" presId="urn:microsoft.com/office/officeart/2016/7/layout/RepeatingBendingProcessNew"/>
    <dgm:cxn modelId="{B88EED1C-8294-4092-BB41-D7F1BD0A49C3}" type="presParOf" srcId="{A3F861D1-D51B-410A-AF6E-A2D62F2C63D4}" destId="{98D13C29-4503-4C38-8741-D972B05AD5CA}" srcOrd="0" destOrd="0" presId="urn:microsoft.com/office/officeart/2016/7/layout/RepeatingBendingProcessNew"/>
    <dgm:cxn modelId="{AA06C863-40CA-4EAB-8EA1-1B81BE88158E}" type="presParOf" srcId="{C4F6E57D-1F5C-4B68-8170-B03C8E783A1B}" destId="{ACA8E1D7-7744-4839-A4F2-73A2C0CF0401}" srcOrd="2" destOrd="0" presId="urn:microsoft.com/office/officeart/2016/7/layout/RepeatingBendingProcessNew"/>
    <dgm:cxn modelId="{0114127C-E1F9-465F-9942-38A77ED48C10}" type="presParOf" srcId="{C4F6E57D-1F5C-4B68-8170-B03C8E783A1B}" destId="{E4FEB5C3-4549-46F9-AEE5-4B0DFFABF24D}" srcOrd="3" destOrd="0" presId="urn:microsoft.com/office/officeart/2016/7/layout/RepeatingBendingProcessNew"/>
    <dgm:cxn modelId="{09B8D216-66BD-40F7-A34E-292B134CDCA2}" type="presParOf" srcId="{E4FEB5C3-4549-46F9-AEE5-4B0DFFABF24D}" destId="{C4DF6E58-783B-4FB4-A157-35AE4AC17BE8}" srcOrd="0" destOrd="0" presId="urn:microsoft.com/office/officeart/2016/7/layout/RepeatingBendingProcessNew"/>
    <dgm:cxn modelId="{D4692C79-083E-4D63-BC05-7320B9CC5641}" type="presParOf" srcId="{C4F6E57D-1F5C-4B68-8170-B03C8E783A1B}" destId="{194D89A5-BE48-4FE5-827D-0DD6A0834AE3}" srcOrd="4" destOrd="0" presId="urn:microsoft.com/office/officeart/2016/7/layout/RepeatingBendingProcessNew"/>
    <dgm:cxn modelId="{950832EC-92DE-4AB1-BCC9-B6E05B0C0C44}" type="presParOf" srcId="{C4F6E57D-1F5C-4B68-8170-B03C8E783A1B}" destId="{781D2630-55F5-4BFA-A77D-4BAADE82AD19}" srcOrd="5" destOrd="0" presId="urn:microsoft.com/office/officeart/2016/7/layout/RepeatingBendingProcessNew"/>
    <dgm:cxn modelId="{AE657A93-EEE6-4087-8C28-9CD768696AD9}" type="presParOf" srcId="{781D2630-55F5-4BFA-A77D-4BAADE82AD19}" destId="{7CE8A5AF-6CB5-45B2-A708-227CCAE0E3A8}" srcOrd="0" destOrd="0" presId="urn:microsoft.com/office/officeart/2016/7/layout/RepeatingBendingProcessNew"/>
    <dgm:cxn modelId="{643B03BF-30D3-4480-BE3B-26BAF7E673A5}" type="presParOf" srcId="{C4F6E57D-1F5C-4B68-8170-B03C8E783A1B}" destId="{C9049BB3-F838-49B6-8B99-97A9E8031AD8}" srcOrd="6" destOrd="0" presId="urn:microsoft.com/office/officeart/2016/7/layout/RepeatingBendingProcessNew"/>
    <dgm:cxn modelId="{52261430-6DB6-4C4C-AFD6-BB6439181BD6}" type="presParOf" srcId="{C4F6E57D-1F5C-4B68-8170-B03C8E783A1B}" destId="{B819E133-0FBE-425A-8351-D7B3639AF33D}" srcOrd="7" destOrd="0" presId="urn:microsoft.com/office/officeart/2016/7/layout/RepeatingBendingProcessNew"/>
    <dgm:cxn modelId="{125CB7D5-386B-43DA-8E65-340A5AC44657}" type="presParOf" srcId="{B819E133-0FBE-425A-8351-D7B3639AF33D}" destId="{CE5F24F4-0A28-4156-8E69-210FB22B2AF0}" srcOrd="0" destOrd="0" presId="urn:microsoft.com/office/officeart/2016/7/layout/RepeatingBendingProcessNew"/>
    <dgm:cxn modelId="{0D2277A2-E2B2-4000-9B8F-1302524F7711}" type="presParOf" srcId="{C4F6E57D-1F5C-4B68-8170-B03C8E783A1B}" destId="{B315B73B-394A-4F0D-8ED0-713BF4D195DF}" srcOrd="8" destOrd="0" presId="urn:microsoft.com/office/officeart/2016/7/layout/RepeatingBendingProcessNew"/>
    <dgm:cxn modelId="{909B1EA6-23B3-4F65-8E6B-C868C93E03F5}" type="presParOf" srcId="{C4F6E57D-1F5C-4B68-8170-B03C8E783A1B}" destId="{C8EEE2EA-8FF1-4006-87E3-27453CC3E8EE}" srcOrd="9" destOrd="0" presId="urn:microsoft.com/office/officeart/2016/7/layout/RepeatingBendingProcessNew"/>
    <dgm:cxn modelId="{29B00E0E-BD38-445F-A5DB-FF6E5C2531EA}" type="presParOf" srcId="{C8EEE2EA-8FF1-4006-87E3-27453CC3E8EE}" destId="{7E106223-9254-456B-B33F-C21BFE9BEE3C}" srcOrd="0" destOrd="0" presId="urn:microsoft.com/office/officeart/2016/7/layout/RepeatingBendingProcessNew"/>
    <dgm:cxn modelId="{B9568AFD-C695-45FD-888E-5C5018CFBB96}" type="presParOf" srcId="{C4F6E57D-1F5C-4B68-8170-B03C8E783A1B}" destId="{0AD1A958-17B7-4058-936A-2139902F524D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996AC4-6FC5-4B03-888D-74B28B46746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0558657-22D3-41CD-A999-5BEC0D7FAE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Encryption is used to protect data in transit</a:t>
          </a:r>
          <a:endParaRPr lang="en-US"/>
        </a:p>
      </dgm:t>
    </dgm:pt>
    <dgm:pt modelId="{F13CD88F-6AC1-43C9-ADDA-7F0B6C086E4A}" type="parTrans" cxnId="{38CACADB-D70A-446F-9768-E9DC7D70720A}">
      <dgm:prSet/>
      <dgm:spPr/>
      <dgm:t>
        <a:bodyPr/>
        <a:lstStyle/>
        <a:p>
          <a:endParaRPr lang="en-US"/>
        </a:p>
      </dgm:t>
    </dgm:pt>
    <dgm:pt modelId="{F4BD3137-AED0-4DA1-BC22-45C064BABB8F}" type="sibTrans" cxnId="{38CACADB-D70A-446F-9768-E9DC7D70720A}">
      <dgm:prSet/>
      <dgm:spPr/>
      <dgm:t>
        <a:bodyPr/>
        <a:lstStyle/>
        <a:p>
          <a:endParaRPr lang="en-US"/>
        </a:p>
      </dgm:t>
    </dgm:pt>
    <dgm:pt modelId="{3459F7DA-CEBC-44B2-AF29-E7C1AB6E67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Used over networks, telephone, wireless microphones, etc.</a:t>
          </a:r>
          <a:endParaRPr lang="en-US"/>
        </a:p>
      </dgm:t>
    </dgm:pt>
    <dgm:pt modelId="{B1F0B8DD-EBA3-4D71-8F65-BF6D29478084}" type="parTrans" cxnId="{9BD22775-7CAA-41A6-9070-2AA98370F10F}">
      <dgm:prSet/>
      <dgm:spPr/>
      <dgm:t>
        <a:bodyPr/>
        <a:lstStyle/>
        <a:p>
          <a:endParaRPr lang="en-US"/>
        </a:p>
      </dgm:t>
    </dgm:pt>
    <dgm:pt modelId="{5029E910-8AA4-4F54-9283-4F376AADAF05}" type="sibTrans" cxnId="{9BD22775-7CAA-41A6-9070-2AA98370F10F}">
      <dgm:prSet/>
      <dgm:spPr/>
      <dgm:t>
        <a:bodyPr/>
        <a:lstStyle/>
        <a:p>
          <a:endParaRPr lang="en-US"/>
        </a:p>
      </dgm:t>
    </dgm:pt>
    <dgm:pt modelId="{EE11407E-815E-4742-870C-3919123F983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This is primarily done to combat data interception</a:t>
          </a:r>
          <a:endParaRPr lang="en-US"/>
        </a:p>
      </dgm:t>
    </dgm:pt>
    <dgm:pt modelId="{4ED79FE2-D01A-4972-8C5E-B156D8D7579C}" type="parTrans" cxnId="{36739945-5BDD-45E0-9E32-119EE5B09976}">
      <dgm:prSet/>
      <dgm:spPr/>
      <dgm:t>
        <a:bodyPr/>
        <a:lstStyle/>
        <a:p>
          <a:endParaRPr lang="en-US"/>
        </a:p>
      </dgm:t>
    </dgm:pt>
    <dgm:pt modelId="{463C1257-ABD4-4B3B-B28B-B8E16D1C0C00}" type="sibTrans" cxnId="{36739945-5BDD-45E0-9E32-119EE5B09976}">
      <dgm:prSet/>
      <dgm:spPr/>
      <dgm:t>
        <a:bodyPr/>
        <a:lstStyle/>
        <a:p>
          <a:endParaRPr lang="en-US"/>
        </a:p>
      </dgm:t>
    </dgm:pt>
    <dgm:pt modelId="{E868FFAE-8245-42B1-BF52-3D5DEA0DAB83}" type="pres">
      <dgm:prSet presAssocID="{87996AC4-6FC5-4B03-888D-74B28B467462}" presName="root" presStyleCnt="0">
        <dgm:presLayoutVars>
          <dgm:dir/>
          <dgm:resizeHandles val="exact"/>
        </dgm:presLayoutVars>
      </dgm:prSet>
      <dgm:spPr/>
    </dgm:pt>
    <dgm:pt modelId="{FFE00AE9-8A23-493A-9581-4EE75001D9F2}" type="pres">
      <dgm:prSet presAssocID="{20558657-22D3-41CD-A999-5BEC0D7FAE84}" presName="compNode" presStyleCnt="0"/>
      <dgm:spPr/>
    </dgm:pt>
    <dgm:pt modelId="{2F3AD2AF-4A53-45B9-B36C-561A43AC57E6}" type="pres">
      <dgm:prSet presAssocID="{20558657-22D3-41CD-A999-5BEC0D7FAE8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E1AE08E-5523-419A-800B-9A06C8A23F56}" type="pres">
      <dgm:prSet presAssocID="{20558657-22D3-41CD-A999-5BEC0D7FAE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4D96E34-0BBF-419C-BE82-5706C58BA9F3}" type="pres">
      <dgm:prSet presAssocID="{20558657-22D3-41CD-A999-5BEC0D7FAE84}" presName="spaceRect" presStyleCnt="0"/>
      <dgm:spPr/>
    </dgm:pt>
    <dgm:pt modelId="{1EE0363A-E236-4463-A04E-1A822868A67E}" type="pres">
      <dgm:prSet presAssocID="{20558657-22D3-41CD-A999-5BEC0D7FAE84}" presName="textRect" presStyleLbl="revTx" presStyleIdx="0" presStyleCnt="3">
        <dgm:presLayoutVars>
          <dgm:chMax val="1"/>
          <dgm:chPref val="1"/>
        </dgm:presLayoutVars>
      </dgm:prSet>
      <dgm:spPr/>
    </dgm:pt>
    <dgm:pt modelId="{B58047B4-B24A-495E-A87B-F699BD8B5410}" type="pres">
      <dgm:prSet presAssocID="{F4BD3137-AED0-4DA1-BC22-45C064BABB8F}" presName="sibTrans" presStyleCnt="0"/>
      <dgm:spPr/>
    </dgm:pt>
    <dgm:pt modelId="{E42ABE97-1B80-4599-AC44-5B03D0EEFF5C}" type="pres">
      <dgm:prSet presAssocID="{3459F7DA-CEBC-44B2-AF29-E7C1AB6E6711}" presName="compNode" presStyleCnt="0"/>
      <dgm:spPr/>
    </dgm:pt>
    <dgm:pt modelId="{FC6A26EB-D2A3-452B-B910-DBE5E754927B}" type="pres">
      <dgm:prSet presAssocID="{3459F7DA-CEBC-44B2-AF29-E7C1AB6E671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C9257DC-2F62-48AB-9896-9909B840016C}" type="pres">
      <dgm:prSet presAssocID="{3459F7DA-CEBC-44B2-AF29-E7C1AB6E671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D5B2508C-25B4-4157-8133-1C46E47AE60B}" type="pres">
      <dgm:prSet presAssocID="{3459F7DA-CEBC-44B2-AF29-E7C1AB6E6711}" presName="spaceRect" presStyleCnt="0"/>
      <dgm:spPr/>
    </dgm:pt>
    <dgm:pt modelId="{BE9C8B39-9C64-421D-84BF-F77DC3D62F27}" type="pres">
      <dgm:prSet presAssocID="{3459F7DA-CEBC-44B2-AF29-E7C1AB6E6711}" presName="textRect" presStyleLbl="revTx" presStyleIdx="1" presStyleCnt="3">
        <dgm:presLayoutVars>
          <dgm:chMax val="1"/>
          <dgm:chPref val="1"/>
        </dgm:presLayoutVars>
      </dgm:prSet>
      <dgm:spPr/>
    </dgm:pt>
    <dgm:pt modelId="{6F71F0A5-EC36-425D-8F8A-B722A21225DB}" type="pres">
      <dgm:prSet presAssocID="{5029E910-8AA4-4F54-9283-4F376AADAF05}" presName="sibTrans" presStyleCnt="0"/>
      <dgm:spPr/>
    </dgm:pt>
    <dgm:pt modelId="{2E5725A4-CB50-47F3-93E5-79F3FD35E0ED}" type="pres">
      <dgm:prSet presAssocID="{EE11407E-815E-4742-870C-3919123F9836}" presName="compNode" presStyleCnt="0"/>
      <dgm:spPr/>
    </dgm:pt>
    <dgm:pt modelId="{E7EDED91-3D7E-4D8C-84B2-195FE00670F8}" type="pres">
      <dgm:prSet presAssocID="{EE11407E-815E-4742-870C-3919123F983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6CC28DB-1419-4462-8482-5DDCE134E6D2}" type="pres">
      <dgm:prSet presAssocID="{EE11407E-815E-4742-870C-3919123F98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3544297-950B-487C-9FE5-49DF3F8767BC}" type="pres">
      <dgm:prSet presAssocID="{EE11407E-815E-4742-870C-3919123F9836}" presName="spaceRect" presStyleCnt="0"/>
      <dgm:spPr/>
    </dgm:pt>
    <dgm:pt modelId="{5CBD6CD1-3910-455D-B137-706927C502E5}" type="pres">
      <dgm:prSet presAssocID="{EE11407E-815E-4742-870C-3919123F983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6739945-5BDD-45E0-9E32-119EE5B09976}" srcId="{87996AC4-6FC5-4B03-888D-74B28B467462}" destId="{EE11407E-815E-4742-870C-3919123F9836}" srcOrd="2" destOrd="0" parTransId="{4ED79FE2-D01A-4972-8C5E-B156D8D7579C}" sibTransId="{463C1257-ABD4-4B3B-B28B-B8E16D1C0C00}"/>
    <dgm:cxn modelId="{C236B068-35F7-444E-BF44-D8AE4DF0106E}" type="presOf" srcId="{87996AC4-6FC5-4B03-888D-74B28B467462}" destId="{E868FFAE-8245-42B1-BF52-3D5DEA0DAB83}" srcOrd="0" destOrd="0" presId="urn:microsoft.com/office/officeart/2018/5/layout/IconLeafLabelList"/>
    <dgm:cxn modelId="{7A63B06B-E830-42EB-9CAB-58A8587258E7}" type="presOf" srcId="{20558657-22D3-41CD-A999-5BEC0D7FAE84}" destId="{1EE0363A-E236-4463-A04E-1A822868A67E}" srcOrd="0" destOrd="0" presId="urn:microsoft.com/office/officeart/2018/5/layout/IconLeafLabelList"/>
    <dgm:cxn modelId="{9BD22775-7CAA-41A6-9070-2AA98370F10F}" srcId="{87996AC4-6FC5-4B03-888D-74B28B467462}" destId="{3459F7DA-CEBC-44B2-AF29-E7C1AB6E6711}" srcOrd="1" destOrd="0" parTransId="{B1F0B8DD-EBA3-4D71-8F65-BF6D29478084}" sibTransId="{5029E910-8AA4-4F54-9283-4F376AADAF05}"/>
    <dgm:cxn modelId="{4D4DBA78-C669-4072-9B5F-257AC8E513E2}" type="presOf" srcId="{EE11407E-815E-4742-870C-3919123F9836}" destId="{5CBD6CD1-3910-455D-B137-706927C502E5}" srcOrd="0" destOrd="0" presId="urn:microsoft.com/office/officeart/2018/5/layout/IconLeafLabelList"/>
    <dgm:cxn modelId="{A2D43DA7-2204-4999-BC90-45EF679D7350}" type="presOf" srcId="{3459F7DA-CEBC-44B2-AF29-E7C1AB6E6711}" destId="{BE9C8B39-9C64-421D-84BF-F77DC3D62F27}" srcOrd="0" destOrd="0" presId="urn:microsoft.com/office/officeart/2018/5/layout/IconLeafLabelList"/>
    <dgm:cxn modelId="{38CACADB-D70A-446F-9768-E9DC7D70720A}" srcId="{87996AC4-6FC5-4B03-888D-74B28B467462}" destId="{20558657-22D3-41CD-A999-5BEC0D7FAE84}" srcOrd="0" destOrd="0" parTransId="{F13CD88F-6AC1-43C9-ADDA-7F0B6C086E4A}" sibTransId="{F4BD3137-AED0-4DA1-BC22-45C064BABB8F}"/>
    <dgm:cxn modelId="{24DB34B8-B93F-4745-96DA-F87736419532}" type="presParOf" srcId="{E868FFAE-8245-42B1-BF52-3D5DEA0DAB83}" destId="{FFE00AE9-8A23-493A-9581-4EE75001D9F2}" srcOrd="0" destOrd="0" presId="urn:microsoft.com/office/officeart/2018/5/layout/IconLeafLabelList"/>
    <dgm:cxn modelId="{433FBDB6-FD23-4CE5-9D91-720C6752B0AF}" type="presParOf" srcId="{FFE00AE9-8A23-493A-9581-4EE75001D9F2}" destId="{2F3AD2AF-4A53-45B9-B36C-561A43AC57E6}" srcOrd="0" destOrd="0" presId="urn:microsoft.com/office/officeart/2018/5/layout/IconLeafLabelList"/>
    <dgm:cxn modelId="{9849481A-1B5A-48CE-BC30-326096E44779}" type="presParOf" srcId="{FFE00AE9-8A23-493A-9581-4EE75001D9F2}" destId="{EE1AE08E-5523-419A-800B-9A06C8A23F56}" srcOrd="1" destOrd="0" presId="urn:microsoft.com/office/officeart/2018/5/layout/IconLeafLabelList"/>
    <dgm:cxn modelId="{4AB2AC0C-084E-4C4A-A108-A8E9137ACDAA}" type="presParOf" srcId="{FFE00AE9-8A23-493A-9581-4EE75001D9F2}" destId="{34D96E34-0BBF-419C-BE82-5706C58BA9F3}" srcOrd="2" destOrd="0" presId="urn:microsoft.com/office/officeart/2018/5/layout/IconLeafLabelList"/>
    <dgm:cxn modelId="{A02B6AC3-BD18-4B1D-B0F9-66F4E7F68F05}" type="presParOf" srcId="{FFE00AE9-8A23-493A-9581-4EE75001D9F2}" destId="{1EE0363A-E236-4463-A04E-1A822868A67E}" srcOrd="3" destOrd="0" presId="urn:microsoft.com/office/officeart/2018/5/layout/IconLeafLabelList"/>
    <dgm:cxn modelId="{7B487BCE-7636-4B79-BEB6-939A9353C073}" type="presParOf" srcId="{E868FFAE-8245-42B1-BF52-3D5DEA0DAB83}" destId="{B58047B4-B24A-495E-A87B-F699BD8B5410}" srcOrd="1" destOrd="0" presId="urn:microsoft.com/office/officeart/2018/5/layout/IconLeafLabelList"/>
    <dgm:cxn modelId="{7BBE1B45-9B8D-4E6A-B81A-07950FB7CFD0}" type="presParOf" srcId="{E868FFAE-8245-42B1-BF52-3D5DEA0DAB83}" destId="{E42ABE97-1B80-4599-AC44-5B03D0EEFF5C}" srcOrd="2" destOrd="0" presId="urn:microsoft.com/office/officeart/2018/5/layout/IconLeafLabelList"/>
    <dgm:cxn modelId="{23F42939-06A0-4748-84E3-8BB96678DB03}" type="presParOf" srcId="{E42ABE97-1B80-4599-AC44-5B03D0EEFF5C}" destId="{FC6A26EB-D2A3-452B-B910-DBE5E754927B}" srcOrd="0" destOrd="0" presId="urn:microsoft.com/office/officeart/2018/5/layout/IconLeafLabelList"/>
    <dgm:cxn modelId="{FDAE7EFB-120B-457C-BAC8-CB151066AC13}" type="presParOf" srcId="{E42ABE97-1B80-4599-AC44-5B03D0EEFF5C}" destId="{FC9257DC-2F62-48AB-9896-9909B840016C}" srcOrd="1" destOrd="0" presId="urn:microsoft.com/office/officeart/2018/5/layout/IconLeafLabelList"/>
    <dgm:cxn modelId="{4915E8C1-891E-40AE-A6B2-0254AAE1FF55}" type="presParOf" srcId="{E42ABE97-1B80-4599-AC44-5B03D0EEFF5C}" destId="{D5B2508C-25B4-4157-8133-1C46E47AE60B}" srcOrd="2" destOrd="0" presId="urn:microsoft.com/office/officeart/2018/5/layout/IconLeafLabelList"/>
    <dgm:cxn modelId="{E2EC2B12-300A-49A5-B574-5B49F72DD994}" type="presParOf" srcId="{E42ABE97-1B80-4599-AC44-5B03D0EEFF5C}" destId="{BE9C8B39-9C64-421D-84BF-F77DC3D62F27}" srcOrd="3" destOrd="0" presId="urn:microsoft.com/office/officeart/2018/5/layout/IconLeafLabelList"/>
    <dgm:cxn modelId="{AFCD872D-CF26-4B99-898F-7AFA102EF2F2}" type="presParOf" srcId="{E868FFAE-8245-42B1-BF52-3D5DEA0DAB83}" destId="{6F71F0A5-EC36-425D-8F8A-B722A21225DB}" srcOrd="3" destOrd="0" presId="urn:microsoft.com/office/officeart/2018/5/layout/IconLeafLabelList"/>
    <dgm:cxn modelId="{7C8139E0-9AB6-4F69-8BE0-87DB185FFCD8}" type="presParOf" srcId="{E868FFAE-8245-42B1-BF52-3D5DEA0DAB83}" destId="{2E5725A4-CB50-47F3-93E5-79F3FD35E0ED}" srcOrd="4" destOrd="0" presId="urn:microsoft.com/office/officeart/2018/5/layout/IconLeafLabelList"/>
    <dgm:cxn modelId="{141C8860-59FF-4A3A-A0F7-8BFC07338CE0}" type="presParOf" srcId="{2E5725A4-CB50-47F3-93E5-79F3FD35E0ED}" destId="{E7EDED91-3D7E-4D8C-84B2-195FE00670F8}" srcOrd="0" destOrd="0" presId="urn:microsoft.com/office/officeart/2018/5/layout/IconLeafLabelList"/>
    <dgm:cxn modelId="{8A9B95BE-94FA-43F6-AB11-67FD14EFEF60}" type="presParOf" srcId="{2E5725A4-CB50-47F3-93E5-79F3FD35E0ED}" destId="{76CC28DB-1419-4462-8482-5DDCE134E6D2}" srcOrd="1" destOrd="0" presId="urn:microsoft.com/office/officeart/2018/5/layout/IconLeafLabelList"/>
    <dgm:cxn modelId="{1DF9CF6C-FCCE-40D7-80F2-AEFA4001B0B8}" type="presParOf" srcId="{2E5725A4-CB50-47F3-93E5-79F3FD35E0ED}" destId="{B3544297-950B-487C-9FE5-49DF3F8767BC}" srcOrd="2" destOrd="0" presId="urn:microsoft.com/office/officeart/2018/5/layout/IconLeafLabelList"/>
    <dgm:cxn modelId="{428EA6DD-4E63-48FF-8B66-069BD576566C}" type="presParOf" srcId="{2E5725A4-CB50-47F3-93E5-79F3FD35E0ED}" destId="{5CBD6CD1-3910-455D-B137-706927C502E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981E7E-1319-4014-847A-76361740516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CCEC45-F529-4495-90D5-CD08ABE058A4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Conventional methods of permanent data deletion takes a significant amount of time</a:t>
          </a:r>
          <a:endParaRPr lang="en-US"/>
        </a:p>
      </dgm:t>
    </dgm:pt>
    <dgm:pt modelId="{E0929BC2-E902-4B64-8D0E-56DC52D8503F}" type="parTrans" cxnId="{DD6A48F9-90D6-4CB0-AE0C-576EE509C256}">
      <dgm:prSet/>
      <dgm:spPr/>
      <dgm:t>
        <a:bodyPr/>
        <a:lstStyle/>
        <a:p>
          <a:endParaRPr lang="en-US"/>
        </a:p>
      </dgm:t>
    </dgm:pt>
    <dgm:pt modelId="{BB1CC746-D1DB-4E95-8D5F-1EF5670550EE}" type="sibTrans" cxnId="{DD6A48F9-90D6-4CB0-AE0C-576EE509C256}">
      <dgm:prSet/>
      <dgm:spPr/>
      <dgm:t>
        <a:bodyPr/>
        <a:lstStyle/>
        <a:p>
          <a:endParaRPr lang="en-US"/>
        </a:p>
      </dgm:t>
    </dgm:pt>
    <dgm:pt modelId="{4D6504E6-31EF-4415-8D4F-36018FD8845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Cryptography offers a method of erasure almost instantaneous</a:t>
          </a:r>
          <a:endParaRPr lang="en-US"/>
        </a:p>
      </dgm:t>
    </dgm:pt>
    <dgm:pt modelId="{6E352B3C-9B1D-4A49-811B-E1AD8C529889}" type="parTrans" cxnId="{DC9C9C09-2DDA-4B10-ACCD-B6F5FFA8BBF1}">
      <dgm:prSet/>
      <dgm:spPr/>
      <dgm:t>
        <a:bodyPr/>
        <a:lstStyle/>
        <a:p>
          <a:endParaRPr lang="en-US"/>
        </a:p>
      </dgm:t>
    </dgm:pt>
    <dgm:pt modelId="{EF5CA7FF-2869-479E-87FC-60F96F866916}" type="sibTrans" cxnId="{DC9C9C09-2DDA-4B10-ACCD-B6F5FFA8BBF1}">
      <dgm:prSet/>
      <dgm:spPr/>
      <dgm:t>
        <a:bodyPr/>
        <a:lstStyle/>
        <a:p>
          <a:endParaRPr lang="en-US"/>
        </a:p>
      </dgm:t>
    </dgm:pt>
    <dgm:pt modelId="{E9AA46D9-8542-42B2-AE66-88D75D3AB491}" type="pres">
      <dgm:prSet presAssocID="{B6981E7E-1319-4014-847A-76361740516E}" presName="root" presStyleCnt="0">
        <dgm:presLayoutVars>
          <dgm:dir/>
          <dgm:resizeHandles val="exact"/>
        </dgm:presLayoutVars>
      </dgm:prSet>
      <dgm:spPr/>
    </dgm:pt>
    <dgm:pt modelId="{D3B5E5A4-7185-4A84-A18B-4C5A41AE9F00}" type="pres">
      <dgm:prSet presAssocID="{20CCEC45-F529-4495-90D5-CD08ABE058A4}" presName="compNode" presStyleCnt="0"/>
      <dgm:spPr/>
    </dgm:pt>
    <dgm:pt modelId="{2E2246E1-A883-47DC-8EE5-6EAE66BD29C2}" type="pres">
      <dgm:prSet presAssocID="{20CCEC45-F529-4495-90D5-CD08ABE058A4}" presName="bgRect" presStyleLbl="bgShp" presStyleIdx="0" presStyleCnt="2"/>
      <dgm:spPr/>
    </dgm:pt>
    <dgm:pt modelId="{C43FE499-A40F-472D-90DC-C6724CD4DA90}" type="pres">
      <dgm:prSet presAssocID="{20CCEC45-F529-4495-90D5-CD08ABE058A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58703F3-E461-466F-84E0-D76B08D67225}" type="pres">
      <dgm:prSet presAssocID="{20CCEC45-F529-4495-90D5-CD08ABE058A4}" presName="spaceRect" presStyleCnt="0"/>
      <dgm:spPr/>
    </dgm:pt>
    <dgm:pt modelId="{20620682-96F2-41F4-B5FF-A8E52CFC8E1C}" type="pres">
      <dgm:prSet presAssocID="{20CCEC45-F529-4495-90D5-CD08ABE058A4}" presName="parTx" presStyleLbl="revTx" presStyleIdx="0" presStyleCnt="2">
        <dgm:presLayoutVars>
          <dgm:chMax val="0"/>
          <dgm:chPref val="0"/>
        </dgm:presLayoutVars>
      </dgm:prSet>
      <dgm:spPr/>
    </dgm:pt>
    <dgm:pt modelId="{7B375F81-F4AC-48EB-A35B-2FC31FA0F1EE}" type="pres">
      <dgm:prSet presAssocID="{BB1CC746-D1DB-4E95-8D5F-1EF5670550EE}" presName="sibTrans" presStyleCnt="0"/>
      <dgm:spPr/>
    </dgm:pt>
    <dgm:pt modelId="{BA62A046-A61D-4DD7-BE43-6D06B2006C7B}" type="pres">
      <dgm:prSet presAssocID="{4D6504E6-31EF-4415-8D4F-36018FD88456}" presName="compNode" presStyleCnt="0"/>
      <dgm:spPr/>
    </dgm:pt>
    <dgm:pt modelId="{987B1EA8-5AEC-475C-AF4A-0A0768619E06}" type="pres">
      <dgm:prSet presAssocID="{4D6504E6-31EF-4415-8D4F-36018FD88456}" presName="bgRect" presStyleLbl="bgShp" presStyleIdx="1" presStyleCnt="2"/>
      <dgm:spPr/>
    </dgm:pt>
    <dgm:pt modelId="{DBD7746E-CD41-453F-8AD8-F1ADFE1ADFC5}" type="pres">
      <dgm:prSet presAssocID="{4D6504E6-31EF-4415-8D4F-36018FD8845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31E64A8-D56D-48EC-899A-52741817CB7E}" type="pres">
      <dgm:prSet presAssocID="{4D6504E6-31EF-4415-8D4F-36018FD88456}" presName="spaceRect" presStyleCnt="0"/>
      <dgm:spPr/>
    </dgm:pt>
    <dgm:pt modelId="{48C047E0-952E-405F-A059-A56A47C78762}" type="pres">
      <dgm:prSet presAssocID="{4D6504E6-31EF-4415-8D4F-36018FD8845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C9C9C09-2DDA-4B10-ACCD-B6F5FFA8BBF1}" srcId="{B6981E7E-1319-4014-847A-76361740516E}" destId="{4D6504E6-31EF-4415-8D4F-36018FD88456}" srcOrd="1" destOrd="0" parTransId="{6E352B3C-9B1D-4A49-811B-E1AD8C529889}" sibTransId="{EF5CA7FF-2869-479E-87FC-60F96F866916}"/>
    <dgm:cxn modelId="{9D42863F-ADA0-4DE1-86B6-AA5F6A14094C}" type="presOf" srcId="{4D6504E6-31EF-4415-8D4F-36018FD88456}" destId="{48C047E0-952E-405F-A059-A56A47C78762}" srcOrd="0" destOrd="0" presId="urn:microsoft.com/office/officeart/2018/2/layout/IconVerticalSolidList"/>
    <dgm:cxn modelId="{1CAF137A-B2EC-4021-B833-88CE93177C62}" type="presOf" srcId="{20CCEC45-F529-4495-90D5-CD08ABE058A4}" destId="{20620682-96F2-41F4-B5FF-A8E52CFC8E1C}" srcOrd="0" destOrd="0" presId="urn:microsoft.com/office/officeart/2018/2/layout/IconVerticalSolidList"/>
    <dgm:cxn modelId="{7816007B-5998-474D-AC49-55F009B65A62}" type="presOf" srcId="{B6981E7E-1319-4014-847A-76361740516E}" destId="{E9AA46D9-8542-42B2-AE66-88D75D3AB491}" srcOrd="0" destOrd="0" presId="urn:microsoft.com/office/officeart/2018/2/layout/IconVerticalSolidList"/>
    <dgm:cxn modelId="{DD6A48F9-90D6-4CB0-AE0C-576EE509C256}" srcId="{B6981E7E-1319-4014-847A-76361740516E}" destId="{20CCEC45-F529-4495-90D5-CD08ABE058A4}" srcOrd="0" destOrd="0" parTransId="{E0929BC2-E902-4B64-8D0E-56DC52D8503F}" sibTransId="{BB1CC746-D1DB-4E95-8D5F-1EF5670550EE}"/>
    <dgm:cxn modelId="{B6158C56-D08E-4D54-A5CF-2F1C0858FA63}" type="presParOf" srcId="{E9AA46D9-8542-42B2-AE66-88D75D3AB491}" destId="{D3B5E5A4-7185-4A84-A18B-4C5A41AE9F00}" srcOrd="0" destOrd="0" presId="urn:microsoft.com/office/officeart/2018/2/layout/IconVerticalSolidList"/>
    <dgm:cxn modelId="{CD72CE16-D2E9-4AD2-A7D0-6A83F549B748}" type="presParOf" srcId="{D3B5E5A4-7185-4A84-A18B-4C5A41AE9F00}" destId="{2E2246E1-A883-47DC-8EE5-6EAE66BD29C2}" srcOrd="0" destOrd="0" presId="urn:microsoft.com/office/officeart/2018/2/layout/IconVerticalSolidList"/>
    <dgm:cxn modelId="{BD22F4C7-CE82-4C91-A493-CFCC9EDF0038}" type="presParOf" srcId="{D3B5E5A4-7185-4A84-A18B-4C5A41AE9F00}" destId="{C43FE499-A40F-472D-90DC-C6724CD4DA90}" srcOrd="1" destOrd="0" presId="urn:microsoft.com/office/officeart/2018/2/layout/IconVerticalSolidList"/>
    <dgm:cxn modelId="{8B63A4D6-7B7E-4C93-A3F1-E7D622748FE0}" type="presParOf" srcId="{D3B5E5A4-7185-4A84-A18B-4C5A41AE9F00}" destId="{058703F3-E461-466F-84E0-D76B08D67225}" srcOrd="2" destOrd="0" presId="urn:microsoft.com/office/officeart/2018/2/layout/IconVerticalSolidList"/>
    <dgm:cxn modelId="{0F79CD63-9905-4F1E-B238-2E3CE9B71D2E}" type="presParOf" srcId="{D3B5E5A4-7185-4A84-A18B-4C5A41AE9F00}" destId="{20620682-96F2-41F4-B5FF-A8E52CFC8E1C}" srcOrd="3" destOrd="0" presId="urn:microsoft.com/office/officeart/2018/2/layout/IconVerticalSolidList"/>
    <dgm:cxn modelId="{F2310DA5-6E56-4947-A39E-F5846547A2E5}" type="presParOf" srcId="{E9AA46D9-8542-42B2-AE66-88D75D3AB491}" destId="{7B375F81-F4AC-48EB-A35B-2FC31FA0F1EE}" srcOrd="1" destOrd="0" presId="urn:microsoft.com/office/officeart/2018/2/layout/IconVerticalSolidList"/>
    <dgm:cxn modelId="{4CD05D13-5E0C-4CBB-BA76-79A58772BEEA}" type="presParOf" srcId="{E9AA46D9-8542-42B2-AE66-88D75D3AB491}" destId="{BA62A046-A61D-4DD7-BE43-6D06B2006C7B}" srcOrd="2" destOrd="0" presId="urn:microsoft.com/office/officeart/2018/2/layout/IconVerticalSolidList"/>
    <dgm:cxn modelId="{12545A09-683C-462E-A5B2-57679F8A929B}" type="presParOf" srcId="{BA62A046-A61D-4DD7-BE43-6D06B2006C7B}" destId="{987B1EA8-5AEC-475C-AF4A-0A0768619E06}" srcOrd="0" destOrd="0" presId="urn:microsoft.com/office/officeart/2018/2/layout/IconVerticalSolidList"/>
    <dgm:cxn modelId="{AFC30B04-AAB2-4FBF-AF59-7F3018225F5C}" type="presParOf" srcId="{BA62A046-A61D-4DD7-BE43-6D06B2006C7B}" destId="{DBD7746E-CD41-453F-8AD8-F1ADFE1ADFC5}" srcOrd="1" destOrd="0" presId="urn:microsoft.com/office/officeart/2018/2/layout/IconVerticalSolidList"/>
    <dgm:cxn modelId="{E231879C-319F-45BC-9D21-2F84506368E0}" type="presParOf" srcId="{BA62A046-A61D-4DD7-BE43-6D06B2006C7B}" destId="{531E64A8-D56D-48EC-899A-52741817CB7E}" srcOrd="2" destOrd="0" presId="urn:microsoft.com/office/officeart/2018/2/layout/IconVerticalSolidList"/>
    <dgm:cxn modelId="{C1A6C6A1-62D5-4021-B34C-72E077A53846}" type="presParOf" srcId="{BA62A046-A61D-4DD7-BE43-6D06B2006C7B}" destId="{48C047E0-952E-405F-A059-A56A47C787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4A42B1-242E-49DE-B244-611D8E97B0C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13796D-3F55-434A-AB10-52D56D203811}">
      <dgm:prSet/>
      <dgm:spPr/>
      <dgm:t>
        <a:bodyPr/>
        <a:lstStyle/>
        <a:p>
          <a:r>
            <a:rPr lang="en-CA"/>
            <a:t>Python offers multiple libraries for encryption</a:t>
          </a:r>
          <a:endParaRPr lang="en-US"/>
        </a:p>
      </dgm:t>
    </dgm:pt>
    <dgm:pt modelId="{D9A83C8A-748F-480B-9066-37B40AE63C53}" type="parTrans" cxnId="{935E35A9-9810-4987-AE33-D7E3DF9B6624}">
      <dgm:prSet/>
      <dgm:spPr/>
      <dgm:t>
        <a:bodyPr/>
        <a:lstStyle/>
        <a:p>
          <a:endParaRPr lang="en-US"/>
        </a:p>
      </dgm:t>
    </dgm:pt>
    <dgm:pt modelId="{CB64F859-3951-40DB-A915-F13D4C428605}" type="sibTrans" cxnId="{935E35A9-9810-4987-AE33-D7E3DF9B6624}">
      <dgm:prSet/>
      <dgm:spPr/>
      <dgm:t>
        <a:bodyPr/>
        <a:lstStyle/>
        <a:p>
          <a:endParaRPr lang="en-US"/>
        </a:p>
      </dgm:t>
    </dgm:pt>
    <dgm:pt modelId="{16E69A6B-5EEE-4E90-A78D-CF48F3EED847}">
      <dgm:prSet/>
      <dgm:spPr/>
      <dgm:t>
        <a:bodyPr/>
        <a:lstStyle/>
        <a:p>
          <a:r>
            <a:rPr lang="en-CA"/>
            <a:t>We used the cryptography library</a:t>
          </a:r>
          <a:endParaRPr lang="en-US"/>
        </a:p>
      </dgm:t>
    </dgm:pt>
    <dgm:pt modelId="{688CCEEB-4CA4-4DE9-B94A-ED03A37CC29D}" type="parTrans" cxnId="{96A46673-3AA9-40BB-9C40-4342B9A57960}">
      <dgm:prSet/>
      <dgm:spPr/>
      <dgm:t>
        <a:bodyPr/>
        <a:lstStyle/>
        <a:p>
          <a:endParaRPr lang="en-US"/>
        </a:p>
      </dgm:t>
    </dgm:pt>
    <dgm:pt modelId="{1AE98DA7-54E6-49BC-AA80-60CDC87C7563}" type="sibTrans" cxnId="{96A46673-3AA9-40BB-9C40-4342B9A57960}">
      <dgm:prSet/>
      <dgm:spPr/>
      <dgm:t>
        <a:bodyPr/>
        <a:lstStyle/>
        <a:p>
          <a:endParaRPr lang="en-US"/>
        </a:p>
      </dgm:t>
    </dgm:pt>
    <dgm:pt modelId="{D22681D2-2909-435C-A3AC-9C08054233E9}">
      <dgm:prSet/>
      <dgm:spPr/>
      <dgm:t>
        <a:bodyPr/>
        <a:lstStyle/>
        <a:p>
          <a:r>
            <a:rPr lang="en-CA"/>
            <a:t>It uses the symmetric-key scheme</a:t>
          </a:r>
          <a:endParaRPr lang="en-US"/>
        </a:p>
      </dgm:t>
    </dgm:pt>
    <dgm:pt modelId="{26659DD7-35B6-4A44-8CDD-38DA4A4926E1}" type="parTrans" cxnId="{58F89409-5F71-4AA6-A117-892684832FD6}">
      <dgm:prSet/>
      <dgm:spPr/>
      <dgm:t>
        <a:bodyPr/>
        <a:lstStyle/>
        <a:p>
          <a:endParaRPr lang="en-US"/>
        </a:p>
      </dgm:t>
    </dgm:pt>
    <dgm:pt modelId="{52BFEBAA-4933-48E1-AE6B-417177C883A4}" type="sibTrans" cxnId="{58F89409-5F71-4AA6-A117-892684832FD6}">
      <dgm:prSet/>
      <dgm:spPr/>
      <dgm:t>
        <a:bodyPr/>
        <a:lstStyle/>
        <a:p>
          <a:endParaRPr lang="en-US"/>
        </a:p>
      </dgm:t>
    </dgm:pt>
    <dgm:pt modelId="{B625C4F9-B841-452C-84C2-CF1B3B683807}">
      <dgm:prSet/>
      <dgm:spPr/>
      <dgm:t>
        <a:bodyPr/>
        <a:lstStyle/>
        <a:p>
          <a:r>
            <a:rPr lang="en-US" b="1"/>
            <a:t>generate_key()</a:t>
          </a:r>
          <a:r>
            <a:rPr lang="en-US"/>
            <a:t> method generates a key for encryption and decryption</a:t>
          </a:r>
        </a:p>
      </dgm:t>
    </dgm:pt>
    <dgm:pt modelId="{1BC0980B-2083-4A8E-98A4-FEDEF77A930A}" type="parTrans" cxnId="{AC9790EA-E72C-4427-A31B-F5FBA14F7FA3}">
      <dgm:prSet/>
      <dgm:spPr/>
      <dgm:t>
        <a:bodyPr/>
        <a:lstStyle/>
        <a:p>
          <a:endParaRPr lang="en-US"/>
        </a:p>
      </dgm:t>
    </dgm:pt>
    <dgm:pt modelId="{B420D79D-714A-4227-B71E-264F9C1F7F8C}" type="sibTrans" cxnId="{AC9790EA-E72C-4427-A31B-F5FBA14F7FA3}">
      <dgm:prSet/>
      <dgm:spPr/>
      <dgm:t>
        <a:bodyPr/>
        <a:lstStyle/>
        <a:p>
          <a:endParaRPr lang="en-US"/>
        </a:p>
      </dgm:t>
    </dgm:pt>
    <dgm:pt modelId="{5A91D042-D557-4FF9-9D17-A20A08B41008}">
      <dgm:prSet/>
      <dgm:spPr/>
      <dgm:t>
        <a:bodyPr/>
        <a:lstStyle/>
        <a:p>
          <a:r>
            <a:rPr lang="en-US" b="1"/>
            <a:t>encrypt(data)</a:t>
          </a:r>
          <a:r>
            <a:rPr lang="en-US"/>
            <a:t> method encrypts plaintext data and outputs encrypted bytes (ciphertext)</a:t>
          </a:r>
        </a:p>
      </dgm:t>
    </dgm:pt>
    <dgm:pt modelId="{CA79D9DE-48E4-4A88-8358-D6E5E70A6BBB}" type="parTrans" cxnId="{C3E873BE-CCD2-41BB-B6E4-860F4745E300}">
      <dgm:prSet/>
      <dgm:spPr/>
      <dgm:t>
        <a:bodyPr/>
        <a:lstStyle/>
        <a:p>
          <a:endParaRPr lang="en-US"/>
        </a:p>
      </dgm:t>
    </dgm:pt>
    <dgm:pt modelId="{E91C8BD1-E9B9-45F2-9C3A-20AB105DF816}" type="sibTrans" cxnId="{C3E873BE-CCD2-41BB-B6E4-860F4745E300}">
      <dgm:prSet/>
      <dgm:spPr/>
      <dgm:t>
        <a:bodyPr/>
        <a:lstStyle/>
        <a:p>
          <a:endParaRPr lang="en-US"/>
        </a:p>
      </dgm:t>
    </dgm:pt>
    <dgm:pt modelId="{200F8362-C865-4D41-B007-E1929A5B3974}">
      <dgm:prSet/>
      <dgm:spPr/>
      <dgm:t>
        <a:bodyPr/>
        <a:lstStyle/>
        <a:p>
          <a:r>
            <a:rPr lang="en-US" b="1"/>
            <a:t>decrypt(data)</a:t>
          </a:r>
          <a:r>
            <a:rPr lang="en-US"/>
            <a:t> method decrypts ciphertext and outputs decrypted bytes</a:t>
          </a:r>
        </a:p>
      </dgm:t>
    </dgm:pt>
    <dgm:pt modelId="{6C5EC31C-BCF7-405C-926E-DC74E7E751C5}" type="parTrans" cxnId="{E5F8654B-5B6E-4E24-AC7D-2F6A1FBA4A7E}">
      <dgm:prSet/>
      <dgm:spPr/>
      <dgm:t>
        <a:bodyPr/>
        <a:lstStyle/>
        <a:p>
          <a:endParaRPr lang="en-US"/>
        </a:p>
      </dgm:t>
    </dgm:pt>
    <dgm:pt modelId="{199CCBC7-08FA-4E4A-8CFF-B2BCC87EA266}" type="sibTrans" cxnId="{E5F8654B-5B6E-4E24-AC7D-2F6A1FBA4A7E}">
      <dgm:prSet/>
      <dgm:spPr/>
      <dgm:t>
        <a:bodyPr/>
        <a:lstStyle/>
        <a:p>
          <a:endParaRPr lang="en-US"/>
        </a:p>
      </dgm:t>
    </dgm:pt>
    <dgm:pt modelId="{B2539069-32CB-413F-8AFF-48AF5138F0D3}" type="pres">
      <dgm:prSet presAssocID="{0E4A42B1-242E-49DE-B244-611D8E97B0CA}" presName="vert0" presStyleCnt="0">
        <dgm:presLayoutVars>
          <dgm:dir/>
          <dgm:animOne val="branch"/>
          <dgm:animLvl val="lvl"/>
        </dgm:presLayoutVars>
      </dgm:prSet>
      <dgm:spPr/>
    </dgm:pt>
    <dgm:pt modelId="{47FFCB08-6F57-4C50-AF95-348FCAA3CED8}" type="pres">
      <dgm:prSet presAssocID="{F813796D-3F55-434A-AB10-52D56D203811}" presName="thickLine" presStyleLbl="alignNode1" presStyleIdx="0" presStyleCnt="6"/>
      <dgm:spPr/>
    </dgm:pt>
    <dgm:pt modelId="{64DFB676-4BF6-4A7A-864E-7BD34E828E82}" type="pres">
      <dgm:prSet presAssocID="{F813796D-3F55-434A-AB10-52D56D203811}" presName="horz1" presStyleCnt="0"/>
      <dgm:spPr/>
    </dgm:pt>
    <dgm:pt modelId="{B1E75D3A-C45D-4538-A02A-BA70D6CDEE99}" type="pres">
      <dgm:prSet presAssocID="{F813796D-3F55-434A-AB10-52D56D203811}" presName="tx1" presStyleLbl="revTx" presStyleIdx="0" presStyleCnt="6"/>
      <dgm:spPr/>
    </dgm:pt>
    <dgm:pt modelId="{FA229560-3F42-4747-B4C9-5F04BEC50FE0}" type="pres">
      <dgm:prSet presAssocID="{F813796D-3F55-434A-AB10-52D56D203811}" presName="vert1" presStyleCnt="0"/>
      <dgm:spPr/>
    </dgm:pt>
    <dgm:pt modelId="{FAD0A2E5-8ABA-4810-938E-82E776CB6487}" type="pres">
      <dgm:prSet presAssocID="{16E69A6B-5EEE-4E90-A78D-CF48F3EED847}" presName="thickLine" presStyleLbl="alignNode1" presStyleIdx="1" presStyleCnt="6"/>
      <dgm:spPr/>
    </dgm:pt>
    <dgm:pt modelId="{31EE789D-5654-4930-A1C0-56115740C3F7}" type="pres">
      <dgm:prSet presAssocID="{16E69A6B-5EEE-4E90-A78D-CF48F3EED847}" presName="horz1" presStyleCnt="0"/>
      <dgm:spPr/>
    </dgm:pt>
    <dgm:pt modelId="{6054DBC4-775B-4200-A337-8B0510298B61}" type="pres">
      <dgm:prSet presAssocID="{16E69A6B-5EEE-4E90-A78D-CF48F3EED847}" presName="tx1" presStyleLbl="revTx" presStyleIdx="1" presStyleCnt="6"/>
      <dgm:spPr/>
    </dgm:pt>
    <dgm:pt modelId="{C2CE8762-3E87-4FBE-8782-92D9E80E3654}" type="pres">
      <dgm:prSet presAssocID="{16E69A6B-5EEE-4E90-A78D-CF48F3EED847}" presName="vert1" presStyleCnt="0"/>
      <dgm:spPr/>
    </dgm:pt>
    <dgm:pt modelId="{BDADF17D-7D86-4E16-9BF1-33EEAC6BFC99}" type="pres">
      <dgm:prSet presAssocID="{D22681D2-2909-435C-A3AC-9C08054233E9}" presName="thickLine" presStyleLbl="alignNode1" presStyleIdx="2" presStyleCnt="6"/>
      <dgm:spPr/>
    </dgm:pt>
    <dgm:pt modelId="{E0926EAD-D27C-4713-A449-BEBF93EB45ED}" type="pres">
      <dgm:prSet presAssocID="{D22681D2-2909-435C-A3AC-9C08054233E9}" presName="horz1" presStyleCnt="0"/>
      <dgm:spPr/>
    </dgm:pt>
    <dgm:pt modelId="{51A67A6D-3F9A-4AFE-83CE-CF119EF18BF9}" type="pres">
      <dgm:prSet presAssocID="{D22681D2-2909-435C-A3AC-9C08054233E9}" presName="tx1" presStyleLbl="revTx" presStyleIdx="2" presStyleCnt="6"/>
      <dgm:spPr/>
    </dgm:pt>
    <dgm:pt modelId="{F4E2881D-BD14-44D8-81E9-B802E5729B87}" type="pres">
      <dgm:prSet presAssocID="{D22681D2-2909-435C-A3AC-9C08054233E9}" presName="vert1" presStyleCnt="0"/>
      <dgm:spPr/>
    </dgm:pt>
    <dgm:pt modelId="{3DEDC825-5248-47CF-8DE1-EA971E72EF11}" type="pres">
      <dgm:prSet presAssocID="{B625C4F9-B841-452C-84C2-CF1B3B683807}" presName="thickLine" presStyleLbl="alignNode1" presStyleIdx="3" presStyleCnt="6"/>
      <dgm:spPr/>
    </dgm:pt>
    <dgm:pt modelId="{9CABA693-0A39-4025-AD3B-18EBB221A2D9}" type="pres">
      <dgm:prSet presAssocID="{B625C4F9-B841-452C-84C2-CF1B3B683807}" presName="horz1" presStyleCnt="0"/>
      <dgm:spPr/>
    </dgm:pt>
    <dgm:pt modelId="{B52F2331-572B-4464-B128-A40DF3E9812D}" type="pres">
      <dgm:prSet presAssocID="{B625C4F9-B841-452C-84C2-CF1B3B683807}" presName="tx1" presStyleLbl="revTx" presStyleIdx="3" presStyleCnt="6"/>
      <dgm:spPr/>
    </dgm:pt>
    <dgm:pt modelId="{56675A25-D8A9-4524-80C2-C12FB53F686B}" type="pres">
      <dgm:prSet presAssocID="{B625C4F9-B841-452C-84C2-CF1B3B683807}" presName="vert1" presStyleCnt="0"/>
      <dgm:spPr/>
    </dgm:pt>
    <dgm:pt modelId="{37C1C751-A20C-4D62-8724-0900D529D7CB}" type="pres">
      <dgm:prSet presAssocID="{5A91D042-D557-4FF9-9D17-A20A08B41008}" presName="thickLine" presStyleLbl="alignNode1" presStyleIdx="4" presStyleCnt="6"/>
      <dgm:spPr/>
    </dgm:pt>
    <dgm:pt modelId="{7CB1F8FA-8BF1-41F4-A8EE-E6AD1FE73B2E}" type="pres">
      <dgm:prSet presAssocID="{5A91D042-D557-4FF9-9D17-A20A08B41008}" presName="horz1" presStyleCnt="0"/>
      <dgm:spPr/>
    </dgm:pt>
    <dgm:pt modelId="{3D705E90-DDB5-441E-A67C-1631F0DFD0F2}" type="pres">
      <dgm:prSet presAssocID="{5A91D042-D557-4FF9-9D17-A20A08B41008}" presName="tx1" presStyleLbl="revTx" presStyleIdx="4" presStyleCnt="6"/>
      <dgm:spPr/>
    </dgm:pt>
    <dgm:pt modelId="{AA8287C6-044E-40E7-B8D4-2C5B8F0BCDAF}" type="pres">
      <dgm:prSet presAssocID="{5A91D042-D557-4FF9-9D17-A20A08B41008}" presName="vert1" presStyleCnt="0"/>
      <dgm:spPr/>
    </dgm:pt>
    <dgm:pt modelId="{0E2C193D-D9FB-4711-B122-441DC87927E4}" type="pres">
      <dgm:prSet presAssocID="{200F8362-C865-4D41-B007-E1929A5B3974}" presName="thickLine" presStyleLbl="alignNode1" presStyleIdx="5" presStyleCnt="6"/>
      <dgm:spPr/>
    </dgm:pt>
    <dgm:pt modelId="{942F316E-E023-4CEA-B40C-A740932E8CD1}" type="pres">
      <dgm:prSet presAssocID="{200F8362-C865-4D41-B007-E1929A5B3974}" presName="horz1" presStyleCnt="0"/>
      <dgm:spPr/>
    </dgm:pt>
    <dgm:pt modelId="{B0BD7880-1463-403E-95DF-0477896FBE9F}" type="pres">
      <dgm:prSet presAssocID="{200F8362-C865-4D41-B007-E1929A5B3974}" presName="tx1" presStyleLbl="revTx" presStyleIdx="5" presStyleCnt="6"/>
      <dgm:spPr/>
    </dgm:pt>
    <dgm:pt modelId="{9A2DC4AA-968B-4801-8E3A-D4F7325A72C9}" type="pres">
      <dgm:prSet presAssocID="{200F8362-C865-4D41-B007-E1929A5B3974}" presName="vert1" presStyleCnt="0"/>
      <dgm:spPr/>
    </dgm:pt>
  </dgm:ptLst>
  <dgm:cxnLst>
    <dgm:cxn modelId="{58F89409-5F71-4AA6-A117-892684832FD6}" srcId="{0E4A42B1-242E-49DE-B244-611D8E97B0CA}" destId="{D22681D2-2909-435C-A3AC-9C08054233E9}" srcOrd="2" destOrd="0" parTransId="{26659DD7-35B6-4A44-8CDD-38DA4A4926E1}" sibTransId="{52BFEBAA-4933-48E1-AE6B-417177C883A4}"/>
    <dgm:cxn modelId="{9075970C-68C5-4B29-8A0C-D195933838A0}" type="presOf" srcId="{B625C4F9-B841-452C-84C2-CF1B3B683807}" destId="{B52F2331-572B-4464-B128-A40DF3E9812D}" srcOrd="0" destOrd="0" presId="urn:microsoft.com/office/officeart/2008/layout/LinedList"/>
    <dgm:cxn modelId="{6DA5D016-4A7E-44EB-8EA8-9922CE278C46}" type="presOf" srcId="{5A91D042-D557-4FF9-9D17-A20A08B41008}" destId="{3D705E90-DDB5-441E-A67C-1631F0DFD0F2}" srcOrd="0" destOrd="0" presId="urn:microsoft.com/office/officeart/2008/layout/LinedList"/>
    <dgm:cxn modelId="{818A4430-F511-456A-865E-E624E60B7E8F}" type="presOf" srcId="{200F8362-C865-4D41-B007-E1929A5B3974}" destId="{B0BD7880-1463-403E-95DF-0477896FBE9F}" srcOrd="0" destOrd="0" presId="urn:microsoft.com/office/officeart/2008/layout/LinedList"/>
    <dgm:cxn modelId="{4861D93E-64BA-4247-A09C-CC63FB62F83F}" type="presOf" srcId="{D22681D2-2909-435C-A3AC-9C08054233E9}" destId="{51A67A6D-3F9A-4AFE-83CE-CF119EF18BF9}" srcOrd="0" destOrd="0" presId="urn:microsoft.com/office/officeart/2008/layout/LinedList"/>
    <dgm:cxn modelId="{E5F8654B-5B6E-4E24-AC7D-2F6A1FBA4A7E}" srcId="{0E4A42B1-242E-49DE-B244-611D8E97B0CA}" destId="{200F8362-C865-4D41-B007-E1929A5B3974}" srcOrd="5" destOrd="0" parTransId="{6C5EC31C-BCF7-405C-926E-DC74E7E751C5}" sibTransId="{199CCBC7-08FA-4E4A-8CFF-B2BCC87EA266}"/>
    <dgm:cxn modelId="{96A46673-3AA9-40BB-9C40-4342B9A57960}" srcId="{0E4A42B1-242E-49DE-B244-611D8E97B0CA}" destId="{16E69A6B-5EEE-4E90-A78D-CF48F3EED847}" srcOrd="1" destOrd="0" parTransId="{688CCEEB-4CA4-4DE9-B94A-ED03A37CC29D}" sibTransId="{1AE98DA7-54E6-49BC-AA80-60CDC87C7563}"/>
    <dgm:cxn modelId="{2567E38C-343B-4523-AD4D-9F3AB17A0480}" type="presOf" srcId="{F813796D-3F55-434A-AB10-52D56D203811}" destId="{B1E75D3A-C45D-4538-A02A-BA70D6CDEE99}" srcOrd="0" destOrd="0" presId="urn:microsoft.com/office/officeart/2008/layout/LinedList"/>
    <dgm:cxn modelId="{935E35A9-9810-4987-AE33-D7E3DF9B6624}" srcId="{0E4A42B1-242E-49DE-B244-611D8E97B0CA}" destId="{F813796D-3F55-434A-AB10-52D56D203811}" srcOrd="0" destOrd="0" parTransId="{D9A83C8A-748F-480B-9066-37B40AE63C53}" sibTransId="{CB64F859-3951-40DB-A915-F13D4C428605}"/>
    <dgm:cxn modelId="{C3E873BE-CCD2-41BB-B6E4-860F4745E300}" srcId="{0E4A42B1-242E-49DE-B244-611D8E97B0CA}" destId="{5A91D042-D557-4FF9-9D17-A20A08B41008}" srcOrd="4" destOrd="0" parTransId="{CA79D9DE-48E4-4A88-8358-D6E5E70A6BBB}" sibTransId="{E91C8BD1-E9B9-45F2-9C3A-20AB105DF816}"/>
    <dgm:cxn modelId="{B86CC6D0-70F5-47FF-A3DC-DDFF9ABF7674}" type="presOf" srcId="{16E69A6B-5EEE-4E90-A78D-CF48F3EED847}" destId="{6054DBC4-775B-4200-A337-8B0510298B61}" srcOrd="0" destOrd="0" presId="urn:microsoft.com/office/officeart/2008/layout/LinedList"/>
    <dgm:cxn modelId="{AC9790EA-E72C-4427-A31B-F5FBA14F7FA3}" srcId="{0E4A42B1-242E-49DE-B244-611D8E97B0CA}" destId="{B625C4F9-B841-452C-84C2-CF1B3B683807}" srcOrd="3" destOrd="0" parTransId="{1BC0980B-2083-4A8E-98A4-FEDEF77A930A}" sibTransId="{B420D79D-714A-4227-B71E-264F9C1F7F8C}"/>
    <dgm:cxn modelId="{C76B41F6-1161-4B87-8775-75EE42AFDB1A}" type="presOf" srcId="{0E4A42B1-242E-49DE-B244-611D8E97B0CA}" destId="{B2539069-32CB-413F-8AFF-48AF5138F0D3}" srcOrd="0" destOrd="0" presId="urn:microsoft.com/office/officeart/2008/layout/LinedList"/>
    <dgm:cxn modelId="{5BB3DBED-FD7F-4271-964F-2929A20AEA3B}" type="presParOf" srcId="{B2539069-32CB-413F-8AFF-48AF5138F0D3}" destId="{47FFCB08-6F57-4C50-AF95-348FCAA3CED8}" srcOrd="0" destOrd="0" presId="urn:microsoft.com/office/officeart/2008/layout/LinedList"/>
    <dgm:cxn modelId="{AB4661AB-85B5-456B-B938-9C134C762F78}" type="presParOf" srcId="{B2539069-32CB-413F-8AFF-48AF5138F0D3}" destId="{64DFB676-4BF6-4A7A-864E-7BD34E828E82}" srcOrd="1" destOrd="0" presId="urn:microsoft.com/office/officeart/2008/layout/LinedList"/>
    <dgm:cxn modelId="{9BABD05A-88FF-40E5-8973-678156B8B1A8}" type="presParOf" srcId="{64DFB676-4BF6-4A7A-864E-7BD34E828E82}" destId="{B1E75D3A-C45D-4538-A02A-BA70D6CDEE99}" srcOrd="0" destOrd="0" presId="urn:microsoft.com/office/officeart/2008/layout/LinedList"/>
    <dgm:cxn modelId="{F4E29A2D-AEED-4B7F-A5FD-68B34B3B26D6}" type="presParOf" srcId="{64DFB676-4BF6-4A7A-864E-7BD34E828E82}" destId="{FA229560-3F42-4747-B4C9-5F04BEC50FE0}" srcOrd="1" destOrd="0" presId="urn:microsoft.com/office/officeart/2008/layout/LinedList"/>
    <dgm:cxn modelId="{88F44718-E2F4-4EC8-BA3A-A5FFCF0FB994}" type="presParOf" srcId="{B2539069-32CB-413F-8AFF-48AF5138F0D3}" destId="{FAD0A2E5-8ABA-4810-938E-82E776CB6487}" srcOrd="2" destOrd="0" presId="urn:microsoft.com/office/officeart/2008/layout/LinedList"/>
    <dgm:cxn modelId="{B9ED2787-91BE-474F-AAC2-8D26D397E3CC}" type="presParOf" srcId="{B2539069-32CB-413F-8AFF-48AF5138F0D3}" destId="{31EE789D-5654-4930-A1C0-56115740C3F7}" srcOrd="3" destOrd="0" presId="urn:microsoft.com/office/officeart/2008/layout/LinedList"/>
    <dgm:cxn modelId="{8EF760CF-2ECC-428E-A132-0D4806FE92B5}" type="presParOf" srcId="{31EE789D-5654-4930-A1C0-56115740C3F7}" destId="{6054DBC4-775B-4200-A337-8B0510298B61}" srcOrd="0" destOrd="0" presId="urn:microsoft.com/office/officeart/2008/layout/LinedList"/>
    <dgm:cxn modelId="{5169D503-4F7E-407F-AA38-DA647434839F}" type="presParOf" srcId="{31EE789D-5654-4930-A1C0-56115740C3F7}" destId="{C2CE8762-3E87-4FBE-8782-92D9E80E3654}" srcOrd="1" destOrd="0" presId="urn:microsoft.com/office/officeart/2008/layout/LinedList"/>
    <dgm:cxn modelId="{5BE7D6D7-879C-4E6A-9917-B2E1B289E4DD}" type="presParOf" srcId="{B2539069-32CB-413F-8AFF-48AF5138F0D3}" destId="{BDADF17D-7D86-4E16-9BF1-33EEAC6BFC99}" srcOrd="4" destOrd="0" presId="urn:microsoft.com/office/officeart/2008/layout/LinedList"/>
    <dgm:cxn modelId="{F13FF605-9E96-431D-8B71-12E735088824}" type="presParOf" srcId="{B2539069-32CB-413F-8AFF-48AF5138F0D3}" destId="{E0926EAD-D27C-4713-A449-BEBF93EB45ED}" srcOrd="5" destOrd="0" presId="urn:microsoft.com/office/officeart/2008/layout/LinedList"/>
    <dgm:cxn modelId="{464EAABE-C053-481E-BBAE-6C7A1BB28168}" type="presParOf" srcId="{E0926EAD-D27C-4713-A449-BEBF93EB45ED}" destId="{51A67A6D-3F9A-4AFE-83CE-CF119EF18BF9}" srcOrd="0" destOrd="0" presId="urn:microsoft.com/office/officeart/2008/layout/LinedList"/>
    <dgm:cxn modelId="{17A1A96D-873D-43B8-9E49-3C40BF4A8FD6}" type="presParOf" srcId="{E0926EAD-D27C-4713-A449-BEBF93EB45ED}" destId="{F4E2881D-BD14-44D8-81E9-B802E5729B87}" srcOrd="1" destOrd="0" presId="urn:microsoft.com/office/officeart/2008/layout/LinedList"/>
    <dgm:cxn modelId="{43EDCE2B-43EB-4413-B81A-B491F14752A3}" type="presParOf" srcId="{B2539069-32CB-413F-8AFF-48AF5138F0D3}" destId="{3DEDC825-5248-47CF-8DE1-EA971E72EF11}" srcOrd="6" destOrd="0" presId="urn:microsoft.com/office/officeart/2008/layout/LinedList"/>
    <dgm:cxn modelId="{6DF5676A-55F7-4B93-B439-22A21FD03850}" type="presParOf" srcId="{B2539069-32CB-413F-8AFF-48AF5138F0D3}" destId="{9CABA693-0A39-4025-AD3B-18EBB221A2D9}" srcOrd="7" destOrd="0" presId="urn:microsoft.com/office/officeart/2008/layout/LinedList"/>
    <dgm:cxn modelId="{1073B7AE-EA82-4707-8196-F66F8560ADAB}" type="presParOf" srcId="{9CABA693-0A39-4025-AD3B-18EBB221A2D9}" destId="{B52F2331-572B-4464-B128-A40DF3E9812D}" srcOrd="0" destOrd="0" presId="urn:microsoft.com/office/officeart/2008/layout/LinedList"/>
    <dgm:cxn modelId="{50E3EDF9-5E85-4FBC-B85E-68DBEEF4164F}" type="presParOf" srcId="{9CABA693-0A39-4025-AD3B-18EBB221A2D9}" destId="{56675A25-D8A9-4524-80C2-C12FB53F686B}" srcOrd="1" destOrd="0" presId="urn:microsoft.com/office/officeart/2008/layout/LinedList"/>
    <dgm:cxn modelId="{49BD870D-8956-44FB-BDD4-35B08924FEDF}" type="presParOf" srcId="{B2539069-32CB-413F-8AFF-48AF5138F0D3}" destId="{37C1C751-A20C-4D62-8724-0900D529D7CB}" srcOrd="8" destOrd="0" presId="urn:microsoft.com/office/officeart/2008/layout/LinedList"/>
    <dgm:cxn modelId="{7F1AD9FF-AC75-4B02-AE0B-D70B06A36DE3}" type="presParOf" srcId="{B2539069-32CB-413F-8AFF-48AF5138F0D3}" destId="{7CB1F8FA-8BF1-41F4-A8EE-E6AD1FE73B2E}" srcOrd="9" destOrd="0" presId="urn:microsoft.com/office/officeart/2008/layout/LinedList"/>
    <dgm:cxn modelId="{250DF2CC-F1DD-467B-9EC0-E9FC8AF0198E}" type="presParOf" srcId="{7CB1F8FA-8BF1-41F4-A8EE-E6AD1FE73B2E}" destId="{3D705E90-DDB5-441E-A67C-1631F0DFD0F2}" srcOrd="0" destOrd="0" presId="urn:microsoft.com/office/officeart/2008/layout/LinedList"/>
    <dgm:cxn modelId="{16544170-66BB-4691-851F-50AF499A1476}" type="presParOf" srcId="{7CB1F8FA-8BF1-41F4-A8EE-E6AD1FE73B2E}" destId="{AA8287C6-044E-40E7-B8D4-2C5B8F0BCDAF}" srcOrd="1" destOrd="0" presId="urn:microsoft.com/office/officeart/2008/layout/LinedList"/>
    <dgm:cxn modelId="{D87A692E-45FA-45E8-88E7-51F7E5265689}" type="presParOf" srcId="{B2539069-32CB-413F-8AFF-48AF5138F0D3}" destId="{0E2C193D-D9FB-4711-B122-441DC87927E4}" srcOrd="10" destOrd="0" presId="urn:microsoft.com/office/officeart/2008/layout/LinedList"/>
    <dgm:cxn modelId="{094A9D7E-77CE-4C23-9437-1F4E3A2BA378}" type="presParOf" srcId="{B2539069-32CB-413F-8AFF-48AF5138F0D3}" destId="{942F316E-E023-4CEA-B40C-A740932E8CD1}" srcOrd="11" destOrd="0" presId="urn:microsoft.com/office/officeart/2008/layout/LinedList"/>
    <dgm:cxn modelId="{2DE55A22-DCEA-4AC0-BEA5-916A27DDD510}" type="presParOf" srcId="{942F316E-E023-4CEA-B40C-A740932E8CD1}" destId="{B0BD7880-1463-403E-95DF-0477896FBE9F}" srcOrd="0" destOrd="0" presId="urn:microsoft.com/office/officeart/2008/layout/LinedList"/>
    <dgm:cxn modelId="{EAC525D0-7393-4E85-B4EC-EB641B2D1F43}" type="presParOf" srcId="{942F316E-E023-4CEA-B40C-A740932E8CD1}" destId="{9A2DC4AA-968B-4801-8E3A-D4F7325A72C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F861D1-D51B-410A-AF6E-A2D62F2C63D4}">
      <dsp:nvSpPr>
        <dsp:cNvPr id="0" name=""/>
        <dsp:cNvSpPr/>
      </dsp:nvSpPr>
      <dsp:spPr>
        <a:xfrm>
          <a:off x="3253322" y="732202"/>
          <a:ext cx="5643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436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0632" y="774947"/>
        <a:ext cx="29748" cy="5949"/>
      </dsp:txXfrm>
    </dsp:sp>
    <dsp:sp modelId="{7D3BC2D6-7DB5-476D-B27F-24D085C4E4F3}">
      <dsp:nvSpPr>
        <dsp:cNvPr id="0" name=""/>
        <dsp:cNvSpPr/>
      </dsp:nvSpPr>
      <dsp:spPr>
        <a:xfrm>
          <a:off x="668303" y="1877"/>
          <a:ext cx="2586818" cy="15520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756" tIns="133053" rIns="126756" bIns="13305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1900 BC</a:t>
          </a:r>
          <a:r>
            <a:rPr lang="en-CA" sz="1700" kern="1200" dirty="0"/>
            <a:t>: Symbol replacement encryption, later known as the Caesar Cipher</a:t>
          </a:r>
          <a:endParaRPr lang="en-US" sz="1700" kern="1200" dirty="0"/>
        </a:p>
      </dsp:txBody>
      <dsp:txXfrm>
        <a:off x="668303" y="1877"/>
        <a:ext cx="2586818" cy="1552091"/>
      </dsp:txXfrm>
    </dsp:sp>
    <dsp:sp modelId="{E4FEB5C3-4549-46F9-AEE5-4B0DFFABF24D}">
      <dsp:nvSpPr>
        <dsp:cNvPr id="0" name=""/>
        <dsp:cNvSpPr/>
      </dsp:nvSpPr>
      <dsp:spPr>
        <a:xfrm>
          <a:off x="6435109" y="732202"/>
          <a:ext cx="5643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436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02419" y="774947"/>
        <a:ext cx="29748" cy="5949"/>
      </dsp:txXfrm>
    </dsp:sp>
    <dsp:sp modelId="{ACA8E1D7-7744-4839-A4F2-73A2C0CF0401}">
      <dsp:nvSpPr>
        <dsp:cNvPr id="0" name=""/>
        <dsp:cNvSpPr/>
      </dsp:nvSpPr>
      <dsp:spPr>
        <a:xfrm>
          <a:off x="3850090" y="1877"/>
          <a:ext cx="2586818" cy="15520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756" tIns="133053" rIns="126756" bIns="13305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800s</a:t>
          </a:r>
          <a:r>
            <a:rPr lang="en-CA" sz="1700" kern="1200" dirty="0"/>
            <a:t>: Arab mathematician developed a technique for cracking Caesar Cipher encryption</a:t>
          </a:r>
          <a:endParaRPr lang="en-US" sz="1700" kern="1200" dirty="0"/>
        </a:p>
      </dsp:txBody>
      <dsp:txXfrm>
        <a:off x="3850090" y="1877"/>
        <a:ext cx="2586818" cy="1552091"/>
      </dsp:txXfrm>
    </dsp:sp>
    <dsp:sp modelId="{781D2630-55F5-4BFA-A77D-4BAADE82AD19}">
      <dsp:nvSpPr>
        <dsp:cNvPr id="0" name=""/>
        <dsp:cNvSpPr/>
      </dsp:nvSpPr>
      <dsp:spPr>
        <a:xfrm>
          <a:off x="1961712" y="1552168"/>
          <a:ext cx="6363574" cy="564368"/>
        </a:xfrm>
        <a:custGeom>
          <a:avLst/>
          <a:gdLst/>
          <a:ahLst/>
          <a:cxnLst/>
          <a:rect l="0" t="0" r="0" b="0"/>
          <a:pathLst>
            <a:path>
              <a:moveTo>
                <a:pt x="6363574" y="0"/>
              </a:moveTo>
              <a:lnTo>
                <a:pt x="6363574" y="299284"/>
              </a:lnTo>
              <a:lnTo>
                <a:pt x="0" y="299284"/>
              </a:lnTo>
              <a:lnTo>
                <a:pt x="0" y="564368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83716" y="1831377"/>
        <a:ext cx="319566" cy="5949"/>
      </dsp:txXfrm>
    </dsp:sp>
    <dsp:sp modelId="{194D89A5-BE48-4FE5-827D-0DD6A0834AE3}">
      <dsp:nvSpPr>
        <dsp:cNvPr id="0" name=""/>
        <dsp:cNvSpPr/>
      </dsp:nvSpPr>
      <dsp:spPr>
        <a:xfrm>
          <a:off x="7031877" y="1877"/>
          <a:ext cx="2586818" cy="15520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756" tIns="133053" rIns="126756" bIns="13305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1465s</a:t>
          </a:r>
          <a:r>
            <a:rPr lang="en-CA" sz="1700" kern="1200" dirty="0"/>
            <a:t>: </a:t>
          </a:r>
          <a:r>
            <a:rPr lang="en-US" sz="1700" kern="1200" dirty="0"/>
            <a:t>Polyalphabetic </a:t>
          </a:r>
          <a:r>
            <a:rPr lang="en-CA" sz="1700" kern="1200" dirty="0"/>
            <a:t>Cipher rendered decryption method ineffective</a:t>
          </a:r>
          <a:endParaRPr lang="en-US" sz="1700" kern="1200" dirty="0"/>
        </a:p>
      </dsp:txBody>
      <dsp:txXfrm>
        <a:off x="7031877" y="1877"/>
        <a:ext cx="2586818" cy="1552091"/>
      </dsp:txXfrm>
    </dsp:sp>
    <dsp:sp modelId="{B819E133-0FBE-425A-8351-D7B3639AF33D}">
      <dsp:nvSpPr>
        <dsp:cNvPr id="0" name=""/>
        <dsp:cNvSpPr/>
      </dsp:nvSpPr>
      <dsp:spPr>
        <a:xfrm>
          <a:off x="3253322" y="2879262"/>
          <a:ext cx="5643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436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0632" y="2922007"/>
        <a:ext cx="29748" cy="5949"/>
      </dsp:txXfrm>
    </dsp:sp>
    <dsp:sp modelId="{C9049BB3-F838-49B6-8B99-97A9E8031AD8}">
      <dsp:nvSpPr>
        <dsp:cNvPr id="0" name=""/>
        <dsp:cNvSpPr/>
      </dsp:nvSpPr>
      <dsp:spPr>
        <a:xfrm>
          <a:off x="668303" y="2148936"/>
          <a:ext cx="2586818" cy="15520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756" tIns="133053" rIns="126756" bIns="13305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1790s</a:t>
          </a:r>
          <a:r>
            <a:rPr lang="en-CA" sz="1700" kern="1200" dirty="0"/>
            <a:t>: Thomas Jefferson created a cipher to encode and decode messages, known as the Wheel Cipher</a:t>
          </a:r>
          <a:endParaRPr lang="en-US" sz="1700" kern="1200" dirty="0"/>
        </a:p>
      </dsp:txBody>
      <dsp:txXfrm>
        <a:off x="668303" y="2148936"/>
        <a:ext cx="2586818" cy="1552091"/>
      </dsp:txXfrm>
    </dsp:sp>
    <dsp:sp modelId="{C8EEE2EA-8FF1-4006-87E3-27453CC3E8EE}">
      <dsp:nvSpPr>
        <dsp:cNvPr id="0" name=""/>
        <dsp:cNvSpPr/>
      </dsp:nvSpPr>
      <dsp:spPr>
        <a:xfrm>
          <a:off x="6435109" y="2879262"/>
          <a:ext cx="5643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436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02419" y="2922007"/>
        <a:ext cx="29748" cy="5949"/>
      </dsp:txXfrm>
    </dsp:sp>
    <dsp:sp modelId="{B315B73B-394A-4F0D-8ED0-713BF4D195DF}">
      <dsp:nvSpPr>
        <dsp:cNvPr id="0" name=""/>
        <dsp:cNvSpPr/>
      </dsp:nvSpPr>
      <dsp:spPr>
        <a:xfrm>
          <a:off x="3850090" y="2148936"/>
          <a:ext cx="2586818" cy="15520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756" tIns="133053" rIns="126756" bIns="13305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1940s</a:t>
          </a:r>
          <a:r>
            <a:rPr lang="en-CA" sz="1700" kern="1200" dirty="0"/>
            <a:t>: Axis powers used their Enigma machine to encrypt and decrypt messages</a:t>
          </a:r>
          <a:endParaRPr lang="en-US" sz="1700" kern="1200" dirty="0"/>
        </a:p>
      </dsp:txBody>
      <dsp:txXfrm>
        <a:off x="3850090" y="2148936"/>
        <a:ext cx="2586818" cy="1552091"/>
      </dsp:txXfrm>
    </dsp:sp>
    <dsp:sp modelId="{0AD1A958-17B7-4058-936A-2139902F524D}">
      <dsp:nvSpPr>
        <dsp:cNvPr id="0" name=""/>
        <dsp:cNvSpPr/>
      </dsp:nvSpPr>
      <dsp:spPr>
        <a:xfrm>
          <a:off x="7031877" y="2148936"/>
          <a:ext cx="2586818" cy="15520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756" tIns="133053" rIns="126756" bIns="13305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Modern</a:t>
          </a:r>
          <a:r>
            <a:rPr lang="en-CA" sz="1700" kern="1200" dirty="0"/>
            <a:t>: Encryption is used in the transfer of communication over the Internet</a:t>
          </a:r>
          <a:endParaRPr lang="en-US" sz="1700" kern="1200" dirty="0"/>
        </a:p>
      </dsp:txBody>
      <dsp:txXfrm>
        <a:off x="7031877" y="2148936"/>
        <a:ext cx="2586818" cy="15520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AD2AF-4A53-45B9-B36C-561A43AC57E6}">
      <dsp:nvSpPr>
        <dsp:cNvPr id="0" name=""/>
        <dsp:cNvSpPr/>
      </dsp:nvSpPr>
      <dsp:spPr>
        <a:xfrm>
          <a:off x="512137" y="2957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AE08E-5523-419A-800B-9A06C8A23F56}">
      <dsp:nvSpPr>
        <dsp:cNvPr id="0" name=""/>
        <dsp:cNvSpPr/>
      </dsp:nvSpPr>
      <dsp:spPr>
        <a:xfrm>
          <a:off x="768074" y="258895"/>
          <a:ext cx="689062" cy="689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0363A-E236-4463-A04E-1A822868A67E}">
      <dsp:nvSpPr>
        <dsp:cNvPr id="0" name=""/>
        <dsp:cNvSpPr/>
      </dsp:nvSpPr>
      <dsp:spPr>
        <a:xfrm>
          <a:off x="128230" y="1577957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/>
            <a:t>Encryption is used to protect data in transit</a:t>
          </a:r>
          <a:endParaRPr lang="en-US" sz="1400" kern="1200"/>
        </a:p>
      </dsp:txBody>
      <dsp:txXfrm>
        <a:off x="128230" y="1577957"/>
        <a:ext cx="1968750" cy="720000"/>
      </dsp:txXfrm>
    </dsp:sp>
    <dsp:sp modelId="{FC6A26EB-D2A3-452B-B910-DBE5E754927B}">
      <dsp:nvSpPr>
        <dsp:cNvPr id="0" name=""/>
        <dsp:cNvSpPr/>
      </dsp:nvSpPr>
      <dsp:spPr>
        <a:xfrm>
          <a:off x="2825418" y="2957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9257DC-2F62-48AB-9896-9909B840016C}">
      <dsp:nvSpPr>
        <dsp:cNvPr id="0" name=""/>
        <dsp:cNvSpPr/>
      </dsp:nvSpPr>
      <dsp:spPr>
        <a:xfrm>
          <a:off x="3081355" y="258895"/>
          <a:ext cx="689062" cy="689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C8B39-9C64-421D-84BF-F77DC3D62F27}">
      <dsp:nvSpPr>
        <dsp:cNvPr id="0" name=""/>
        <dsp:cNvSpPr/>
      </dsp:nvSpPr>
      <dsp:spPr>
        <a:xfrm>
          <a:off x="2441512" y="1577957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/>
            <a:t>Used over networks, telephone, wireless microphones, etc.</a:t>
          </a:r>
          <a:endParaRPr lang="en-US" sz="1400" kern="1200"/>
        </a:p>
      </dsp:txBody>
      <dsp:txXfrm>
        <a:off x="2441512" y="1577957"/>
        <a:ext cx="1968750" cy="720000"/>
      </dsp:txXfrm>
    </dsp:sp>
    <dsp:sp modelId="{E7EDED91-3D7E-4D8C-84B2-195FE00670F8}">
      <dsp:nvSpPr>
        <dsp:cNvPr id="0" name=""/>
        <dsp:cNvSpPr/>
      </dsp:nvSpPr>
      <dsp:spPr>
        <a:xfrm>
          <a:off x="1668777" y="2790145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C28DB-1419-4462-8482-5DDCE134E6D2}">
      <dsp:nvSpPr>
        <dsp:cNvPr id="0" name=""/>
        <dsp:cNvSpPr/>
      </dsp:nvSpPr>
      <dsp:spPr>
        <a:xfrm>
          <a:off x="1924715" y="3046082"/>
          <a:ext cx="689062" cy="689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D6CD1-3910-455D-B137-706927C502E5}">
      <dsp:nvSpPr>
        <dsp:cNvPr id="0" name=""/>
        <dsp:cNvSpPr/>
      </dsp:nvSpPr>
      <dsp:spPr>
        <a:xfrm>
          <a:off x="1284871" y="4365145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/>
            <a:t>This is primarily done to combat data interception</a:t>
          </a:r>
          <a:endParaRPr lang="en-US" sz="1400" kern="1200"/>
        </a:p>
      </dsp:txBody>
      <dsp:txXfrm>
        <a:off x="1284871" y="4365145"/>
        <a:ext cx="196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246E1-A883-47DC-8EE5-6EAE66BD29C2}">
      <dsp:nvSpPr>
        <dsp:cNvPr id="0" name=""/>
        <dsp:cNvSpPr/>
      </dsp:nvSpPr>
      <dsp:spPr>
        <a:xfrm>
          <a:off x="0" y="632281"/>
          <a:ext cx="10287000" cy="11672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3FE499-A40F-472D-90DC-C6724CD4DA90}">
      <dsp:nvSpPr>
        <dsp:cNvPr id="0" name=""/>
        <dsp:cNvSpPr/>
      </dsp:nvSpPr>
      <dsp:spPr>
        <a:xfrm>
          <a:off x="353105" y="894921"/>
          <a:ext cx="642009" cy="6420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20682-96F2-41F4-B5FF-A8E52CFC8E1C}">
      <dsp:nvSpPr>
        <dsp:cNvPr id="0" name=""/>
        <dsp:cNvSpPr/>
      </dsp:nvSpPr>
      <dsp:spPr>
        <a:xfrm>
          <a:off x="1348219" y="632281"/>
          <a:ext cx="8938780" cy="1167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538" tIns="123538" rIns="123538" bIns="1235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Conventional methods of permanent data deletion takes a significant amount of time</a:t>
          </a:r>
          <a:endParaRPr lang="en-US" sz="2500" kern="1200"/>
        </a:p>
      </dsp:txBody>
      <dsp:txXfrm>
        <a:off x="1348219" y="632281"/>
        <a:ext cx="8938780" cy="1167289"/>
      </dsp:txXfrm>
    </dsp:sp>
    <dsp:sp modelId="{987B1EA8-5AEC-475C-AF4A-0A0768619E06}">
      <dsp:nvSpPr>
        <dsp:cNvPr id="0" name=""/>
        <dsp:cNvSpPr/>
      </dsp:nvSpPr>
      <dsp:spPr>
        <a:xfrm>
          <a:off x="0" y="2091393"/>
          <a:ext cx="10287000" cy="11672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7746E-CD41-453F-8AD8-F1ADFE1ADFC5}">
      <dsp:nvSpPr>
        <dsp:cNvPr id="0" name=""/>
        <dsp:cNvSpPr/>
      </dsp:nvSpPr>
      <dsp:spPr>
        <a:xfrm>
          <a:off x="353105" y="2354033"/>
          <a:ext cx="642009" cy="6420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047E0-952E-405F-A059-A56A47C78762}">
      <dsp:nvSpPr>
        <dsp:cNvPr id="0" name=""/>
        <dsp:cNvSpPr/>
      </dsp:nvSpPr>
      <dsp:spPr>
        <a:xfrm>
          <a:off x="1348219" y="2091393"/>
          <a:ext cx="8938780" cy="1167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538" tIns="123538" rIns="123538" bIns="1235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Cryptography offers a method of erasure almost instantaneous</a:t>
          </a:r>
          <a:endParaRPr lang="en-US" sz="2500" kern="1200"/>
        </a:p>
      </dsp:txBody>
      <dsp:txXfrm>
        <a:off x="1348219" y="2091393"/>
        <a:ext cx="8938780" cy="11672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FCB08-6F57-4C50-AF95-348FCAA3CED8}">
      <dsp:nvSpPr>
        <dsp:cNvPr id="0" name=""/>
        <dsp:cNvSpPr/>
      </dsp:nvSpPr>
      <dsp:spPr>
        <a:xfrm>
          <a:off x="0" y="1899"/>
          <a:ext cx="10287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75D3A-C45D-4538-A02A-BA70D6CDEE99}">
      <dsp:nvSpPr>
        <dsp:cNvPr id="0" name=""/>
        <dsp:cNvSpPr/>
      </dsp:nvSpPr>
      <dsp:spPr>
        <a:xfrm>
          <a:off x="0" y="1899"/>
          <a:ext cx="10287000" cy="64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Python offers multiple libraries for encryption</a:t>
          </a:r>
          <a:endParaRPr lang="en-US" sz="2100" kern="1200"/>
        </a:p>
      </dsp:txBody>
      <dsp:txXfrm>
        <a:off x="0" y="1899"/>
        <a:ext cx="10287000" cy="647860"/>
      </dsp:txXfrm>
    </dsp:sp>
    <dsp:sp modelId="{FAD0A2E5-8ABA-4810-938E-82E776CB6487}">
      <dsp:nvSpPr>
        <dsp:cNvPr id="0" name=""/>
        <dsp:cNvSpPr/>
      </dsp:nvSpPr>
      <dsp:spPr>
        <a:xfrm>
          <a:off x="0" y="649760"/>
          <a:ext cx="10287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4DBC4-775B-4200-A337-8B0510298B61}">
      <dsp:nvSpPr>
        <dsp:cNvPr id="0" name=""/>
        <dsp:cNvSpPr/>
      </dsp:nvSpPr>
      <dsp:spPr>
        <a:xfrm>
          <a:off x="0" y="649760"/>
          <a:ext cx="10287000" cy="64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We used the cryptography library</a:t>
          </a:r>
          <a:endParaRPr lang="en-US" sz="2100" kern="1200"/>
        </a:p>
      </dsp:txBody>
      <dsp:txXfrm>
        <a:off x="0" y="649760"/>
        <a:ext cx="10287000" cy="647860"/>
      </dsp:txXfrm>
    </dsp:sp>
    <dsp:sp modelId="{BDADF17D-7D86-4E16-9BF1-33EEAC6BFC99}">
      <dsp:nvSpPr>
        <dsp:cNvPr id="0" name=""/>
        <dsp:cNvSpPr/>
      </dsp:nvSpPr>
      <dsp:spPr>
        <a:xfrm>
          <a:off x="0" y="1297621"/>
          <a:ext cx="10287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67A6D-3F9A-4AFE-83CE-CF119EF18BF9}">
      <dsp:nvSpPr>
        <dsp:cNvPr id="0" name=""/>
        <dsp:cNvSpPr/>
      </dsp:nvSpPr>
      <dsp:spPr>
        <a:xfrm>
          <a:off x="0" y="1297621"/>
          <a:ext cx="10287000" cy="64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It uses the symmetric-key scheme</a:t>
          </a:r>
          <a:endParaRPr lang="en-US" sz="2100" kern="1200"/>
        </a:p>
      </dsp:txBody>
      <dsp:txXfrm>
        <a:off x="0" y="1297621"/>
        <a:ext cx="10287000" cy="647860"/>
      </dsp:txXfrm>
    </dsp:sp>
    <dsp:sp modelId="{3DEDC825-5248-47CF-8DE1-EA971E72EF11}">
      <dsp:nvSpPr>
        <dsp:cNvPr id="0" name=""/>
        <dsp:cNvSpPr/>
      </dsp:nvSpPr>
      <dsp:spPr>
        <a:xfrm>
          <a:off x="0" y="1945482"/>
          <a:ext cx="10287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F2331-572B-4464-B128-A40DF3E9812D}">
      <dsp:nvSpPr>
        <dsp:cNvPr id="0" name=""/>
        <dsp:cNvSpPr/>
      </dsp:nvSpPr>
      <dsp:spPr>
        <a:xfrm>
          <a:off x="0" y="1945482"/>
          <a:ext cx="10287000" cy="64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generate_key()</a:t>
          </a:r>
          <a:r>
            <a:rPr lang="en-US" sz="2100" kern="1200"/>
            <a:t> method generates a key for encryption and decryption</a:t>
          </a:r>
        </a:p>
      </dsp:txBody>
      <dsp:txXfrm>
        <a:off x="0" y="1945482"/>
        <a:ext cx="10287000" cy="647860"/>
      </dsp:txXfrm>
    </dsp:sp>
    <dsp:sp modelId="{37C1C751-A20C-4D62-8724-0900D529D7CB}">
      <dsp:nvSpPr>
        <dsp:cNvPr id="0" name=""/>
        <dsp:cNvSpPr/>
      </dsp:nvSpPr>
      <dsp:spPr>
        <a:xfrm>
          <a:off x="0" y="2593343"/>
          <a:ext cx="10287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05E90-DDB5-441E-A67C-1631F0DFD0F2}">
      <dsp:nvSpPr>
        <dsp:cNvPr id="0" name=""/>
        <dsp:cNvSpPr/>
      </dsp:nvSpPr>
      <dsp:spPr>
        <a:xfrm>
          <a:off x="0" y="2593343"/>
          <a:ext cx="10287000" cy="64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encrypt(data)</a:t>
          </a:r>
          <a:r>
            <a:rPr lang="en-US" sz="2100" kern="1200"/>
            <a:t> method encrypts plaintext data and outputs encrypted bytes (ciphertext)</a:t>
          </a:r>
        </a:p>
      </dsp:txBody>
      <dsp:txXfrm>
        <a:off x="0" y="2593343"/>
        <a:ext cx="10287000" cy="647860"/>
      </dsp:txXfrm>
    </dsp:sp>
    <dsp:sp modelId="{0E2C193D-D9FB-4711-B122-441DC87927E4}">
      <dsp:nvSpPr>
        <dsp:cNvPr id="0" name=""/>
        <dsp:cNvSpPr/>
      </dsp:nvSpPr>
      <dsp:spPr>
        <a:xfrm>
          <a:off x="0" y="3241204"/>
          <a:ext cx="10287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D7880-1463-403E-95DF-0477896FBE9F}">
      <dsp:nvSpPr>
        <dsp:cNvPr id="0" name=""/>
        <dsp:cNvSpPr/>
      </dsp:nvSpPr>
      <dsp:spPr>
        <a:xfrm>
          <a:off x="0" y="3241204"/>
          <a:ext cx="10287000" cy="64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decrypt(data)</a:t>
          </a:r>
          <a:r>
            <a:rPr lang="en-US" sz="2100" kern="1200"/>
            <a:t> method decrypts ciphertext and outputs decrypted bytes</a:t>
          </a:r>
        </a:p>
      </dsp:txBody>
      <dsp:txXfrm>
        <a:off x="0" y="3241204"/>
        <a:ext cx="10287000" cy="647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6F2-02BD-E71F-EFBD-14FECCF2D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7172325" cy="3152251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0113-E8E1-4E48-41BC-583802BF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7172325" cy="112236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7EE5-BFF0-D779-4261-E239DB4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89492-34ED-FE24-4F29-E4C8F549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C886-7F1E-7BC1-9A9E-B24C2AC2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4AEE6-9CA7-5247-DC34-99634247DF50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40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32FD-157B-437C-E9D5-B66E8B3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0A51-A7E8-7A6A-5FD0-F9B250BE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C8B8-F999-7D95-435D-17CE6ACC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7265-C89C-937F-1DA3-F377F6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B89E-4530-3632-3485-F481DB0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27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56A-761D-1DBC-276A-2A46D153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55763"/>
            <a:ext cx="6972300" cy="225579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4B3-6AC1-19D5-3EAE-2009A3B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921820"/>
            <a:ext cx="5524500" cy="11509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2A86D-493D-5BF6-8AA6-F1231E3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CD76-6623-164A-7BFA-207AFA0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4312-1F20-5486-62B0-A8BB882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03F1C9-9114-4426-6F07-F7FF9CCD5FC4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587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FC4C-4D16-E5A8-F934-8B158F6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DE54-F935-945D-3E4F-B659695E8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067300" cy="38909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3710-E06B-05DE-937A-C92E52569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1"/>
            <a:ext cx="5067300" cy="3890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02EFD-42D3-11C1-677E-0E478B9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C2F08-0D93-B14B-6106-2925DF3E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DE81-F2AB-CCB9-8B68-5E4F31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4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81B-4E36-1511-E9A7-8FB931B4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900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A73DE-183B-9473-20AD-2D3BFED8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FB3D-60AC-DEF2-4472-31B4E076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3048001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E5BDB-B29C-788F-E2FB-6C154E8F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3FF49-3276-24CA-BC81-FA92C0A9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3048000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A1C8-C196-9BE1-F603-3FC17EDD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9692-E142-E1D7-AD17-30C5F136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0FCF2-7B78-2A2A-F878-58335FE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2D0356-1ECF-682B-F87A-811BDD28B2CB}"/>
              </a:ext>
            </a:extLst>
          </p:cNvPr>
          <p:cNvCxnSpPr>
            <a:cxnSpLocks/>
          </p:cNvCxnSpPr>
          <p:nvPr/>
        </p:nvCxnSpPr>
        <p:spPr>
          <a:xfrm>
            <a:off x="1052513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6CA06-9701-E645-C0A5-594B227B288F}"/>
              </a:ext>
            </a:extLst>
          </p:cNvPr>
          <p:cNvCxnSpPr>
            <a:cxnSpLocks/>
          </p:cNvCxnSpPr>
          <p:nvPr/>
        </p:nvCxnSpPr>
        <p:spPr>
          <a:xfrm>
            <a:off x="6435725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28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4DA-C0D4-E152-7F42-F6352C96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4400"/>
            <a:ext cx="97155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AA04-1E84-460C-F560-A228F930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260E-3910-7D1B-5074-24F5F0AB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020F1-A878-9B80-6B4F-7D71406B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4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52D6-7AE9-3E3B-5C1B-2B4399B1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27E-2A63-6F45-4C40-8358436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FB79-D9D1-5381-0019-E24F8B4D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1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23B5-7DA9-0E4F-DA39-4624DB8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9065"/>
            <a:ext cx="3266536" cy="2312979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5E77-518A-1FB9-B473-E19CADE0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423" y="987425"/>
            <a:ext cx="5615077" cy="4873625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344F-7D06-2406-D113-D24587835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47801"/>
            <a:ext cx="3266536" cy="23828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E708-BAD0-A0A6-9332-9D2179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050-9362-4EC4-6B73-3A38445B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DA991-8608-CAB4-33FA-03D380D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6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B837-332D-9100-E007-7DE2794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385457"/>
            <a:ext cx="3312543" cy="2304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E983-0B0E-07CC-8C57-4EA529E27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24423" y="957263"/>
            <a:ext cx="5372189" cy="4962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AB867-3FC6-5007-61B0-D9B7E5B0C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58315"/>
            <a:ext cx="3312542" cy="19614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C7E0F-BFE1-7134-163B-B777970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5D0B-4F98-F3BE-FB23-22D8C5D4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E3D-2188-B7A9-0ECE-9781473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38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4143-3C41-D626-8F64-36A9C9F1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14400"/>
            <a:ext cx="996279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2C4FB-B560-A0FC-6435-952981BC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2285997"/>
            <a:ext cx="9962791" cy="38909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EC4F-0A90-11E2-E43E-B9E765A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A5B4-1D77-B0AC-49E7-CAE9556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6EF9-2FDA-8E87-D546-8840CEB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8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85AB7-38B3-7F80-0B2D-7960F563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24513" y="1052423"/>
            <a:ext cx="1771292" cy="49170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DBDC3-E9EA-8699-B2E4-4C778445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14" y="1052424"/>
            <a:ext cx="7873043" cy="49170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BEDE-3A67-6FCA-25F3-B91F7C82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F51-4318-20EA-3A3A-8FE203B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9703-5BAD-DE95-98D9-0F30E7C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258B98-3BD5-0A20-B0E7-944EAEB2654A}"/>
              </a:ext>
            </a:extLst>
          </p:cNvPr>
          <p:cNvSpPr/>
          <p:nvPr/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04C1-E8A5-65FC-C068-21EA039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57238"/>
            <a:ext cx="10287000" cy="1147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CFD78-F171-BA47-AAF3-C6EB75F9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285997"/>
            <a:ext cx="10287000" cy="389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5A77-B1AB-D608-A6C5-F0F99B69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68087" y="4756249"/>
            <a:ext cx="2476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E34E5-5E9B-7786-05B5-B93241EE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89519" y="1758059"/>
            <a:ext cx="2433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5CD4B-611E-32FA-419D-326099EE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542" y="3246437"/>
            <a:ext cx="533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0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496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ncryption" TargetMode="External"/><Relationship Id="rId2" Type="http://schemas.openxmlformats.org/officeDocument/2006/relationships/hyperlink" Target="https://www.javatpoint.com/cryptography-package-in-python#:~:text=Cryptography%20deals%20with%20the%20encryption,to%20encrypt%20and%20decrypt%20dat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Public-key_cryptography" TargetMode="External"/><Relationship Id="rId4" Type="http://schemas.openxmlformats.org/officeDocument/2006/relationships/hyperlink" Target="https://en.wikipedia.org/wiki/Symmetric-key_algorith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F411557B-F227-C88D-1D57-A7B57E9AF1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23"/>
          <a:stretch/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ED0A0432-F95F-6441-CC5D-B6BB755FA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42985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F0586C3-A19F-D214-ABDE-30AD5B666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17342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60B37-361F-685F-F020-B26F9D2A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161" y="2211978"/>
            <a:ext cx="3535679" cy="1425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Encryption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40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4E0F95C-6729-CF12-BBEB-4532A5962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877653-0A80-F357-F790-A6DE740F3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002118"/>
            <a:ext cx="6095999" cy="4855882"/>
          </a:xfrm>
          <a:prstGeom prst="rect">
            <a:avLst/>
          </a:prstGeom>
          <a:gradFill>
            <a:gsLst>
              <a:gs pos="67860">
                <a:schemeClr val="accent1">
                  <a:lumMod val="60000"/>
                  <a:lumOff val="40000"/>
                  <a:alpha val="85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  <a:gs pos="91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2E2A9-5AF9-053D-6B14-CE0434E8D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403" y="2288987"/>
            <a:ext cx="4200098" cy="3472331"/>
          </a:xfrm>
        </p:spPr>
        <p:txBody>
          <a:bodyPr anchor="b">
            <a:normAutofit/>
          </a:bodyPr>
          <a:lstStyle/>
          <a:p>
            <a:pPr algn="ctr"/>
            <a:r>
              <a:rPr lang="en-CA"/>
              <a:t>What is encryption?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69F72C-E3FB-4C48-AEBD-AF7AC0D7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73F1B38-1A36-BDC9-DE4F-962E0E71B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007" y="490054"/>
            <a:ext cx="4586580" cy="193783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30750-0511-C050-651F-90A1D4A75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0" y="2725726"/>
            <a:ext cx="4200098" cy="3370273"/>
          </a:xfrm>
        </p:spPr>
        <p:txBody>
          <a:bodyPr anchor="ctr">
            <a:normAutofit/>
          </a:bodyPr>
          <a:lstStyle/>
          <a:p>
            <a:r>
              <a:rPr lang="en-CA" dirty="0"/>
              <a:t>Process of encoding information</a:t>
            </a:r>
          </a:p>
          <a:p>
            <a:r>
              <a:rPr lang="en-CA" dirty="0"/>
              <a:t>Converts original information into an alternative form</a:t>
            </a:r>
          </a:p>
          <a:p>
            <a:r>
              <a:rPr lang="en-CA" dirty="0"/>
              <a:t>Original form is known as plaintext</a:t>
            </a:r>
          </a:p>
          <a:p>
            <a:r>
              <a:rPr lang="en-CA" dirty="0"/>
              <a:t>Alternative form is known as ciphertext</a:t>
            </a:r>
          </a:p>
          <a:p>
            <a:r>
              <a:rPr lang="en-CA" dirty="0"/>
              <a:t>A key is used to encrypt and decrypt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30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BCC6E-60A2-368B-0E46-ACB07FDB9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en-CA"/>
              <a:t>History of encryption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25D2F4-7A0E-ACA7-3A97-AEE028D25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37234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FC36BB-6503-5337-7FCD-C92DAC7BD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563956"/>
              </p:ext>
            </p:extLst>
          </p:nvPr>
        </p:nvGraphicFramePr>
        <p:xfrm>
          <a:off x="952500" y="2393094"/>
          <a:ext cx="10287000" cy="3702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212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1557B-F227-C88D-1D57-A7B57E9AF1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23"/>
          <a:stretch/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EB96CAC-5A33-8303-9C73-1B3220A5D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524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60B37-361F-685F-F020-B26F9D2A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2211977"/>
            <a:ext cx="3535679" cy="14509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Types of encryption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454BE46-239F-BB50-4643-61FF5943B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71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AD064D-86F0-42ED-B520-996898579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D4A056-77D0-1989-91A3-7606A91A6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812042"/>
            <a:ext cx="4264686" cy="1092958"/>
          </a:xfrm>
        </p:spPr>
        <p:txBody>
          <a:bodyPr>
            <a:normAutofit/>
          </a:bodyPr>
          <a:lstStyle/>
          <a:p>
            <a:r>
              <a:rPr lang="en-CA"/>
              <a:t>Symmetric-key scheme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4D85E-F98A-F670-16C3-7B2B0DA3A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17781"/>
            <a:ext cx="6096000" cy="3640219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ED7C1CB-87DB-D648-E756-D688F5591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285997"/>
            <a:ext cx="4191000" cy="38909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CA" sz="1700" dirty="0"/>
              <a:t>Encryption and decryption use the same key</a:t>
            </a:r>
          </a:p>
          <a:p>
            <a:pPr>
              <a:lnSpc>
                <a:spcPct val="110000"/>
              </a:lnSpc>
            </a:pPr>
            <a:r>
              <a:rPr lang="en-CA" sz="1700" dirty="0"/>
              <a:t>Nearly all modern cryptographic systems use symmetric-key algorithms for internal encryption</a:t>
            </a:r>
          </a:p>
          <a:p>
            <a:pPr>
              <a:lnSpc>
                <a:spcPct val="110000"/>
              </a:lnSpc>
            </a:pPr>
            <a:r>
              <a:rPr lang="en-CA" sz="1700" b="1" dirty="0"/>
              <a:t>Key Generation</a:t>
            </a:r>
            <a:r>
              <a:rPr lang="en-CA" sz="1700" dirty="0"/>
              <a:t>: pseudorandom key generators are used, creating a lack of randomness in generation</a:t>
            </a:r>
          </a:p>
          <a:p>
            <a:pPr>
              <a:lnSpc>
                <a:spcPct val="110000"/>
              </a:lnSpc>
            </a:pPr>
            <a:r>
              <a:rPr lang="en-CA" sz="1700" b="1" dirty="0"/>
              <a:t>Advantage</a:t>
            </a:r>
            <a:r>
              <a:rPr lang="en-CA" sz="1700" dirty="0"/>
              <a:t>: useful for bulk encryption</a:t>
            </a:r>
          </a:p>
          <a:p>
            <a:pPr>
              <a:lnSpc>
                <a:spcPct val="110000"/>
              </a:lnSpc>
            </a:pPr>
            <a:r>
              <a:rPr lang="en-CA" sz="1700" b="1" dirty="0"/>
              <a:t>Drawback</a:t>
            </a:r>
            <a:r>
              <a:rPr lang="en-CA" sz="1700" dirty="0"/>
              <a:t>: shared key creates security vulnerabilities </a:t>
            </a:r>
            <a:endParaRPr lang="en-US" sz="1700" dirty="0"/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24985E42-1692-1548-4CF9-3BC8806BE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6" r="32010" b="-1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27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AD064D-86F0-42ED-B520-996898579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E8562-77A4-871F-D00C-7049FB9F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812042"/>
            <a:ext cx="4264686" cy="1092958"/>
          </a:xfrm>
        </p:spPr>
        <p:txBody>
          <a:bodyPr>
            <a:normAutofit/>
          </a:bodyPr>
          <a:lstStyle/>
          <a:p>
            <a:r>
              <a:rPr lang="en-CA" dirty="0"/>
              <a:t>Public-key scheme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4D85E-F98A-F670-16C3-7B2B0DA3A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17781"/>
            <a:ext cx="6096000" cy="3640219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86AC1-CA95-A240-CF3D-59457BCF7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285997"/>
            <a:ext cx="4191000" cy="3890965"/>
          </a:xfrm>
        </p:spPr>
        <p:txBody>
          <a:bodyPr>
            <a:normAutofit/>
          </a:bodyPr>
          <a:lstStyle/>
          <a:p>
            <a:r>
              <a:rPr lang="en-CA" dirty="0"/>
              <a:t>Encryption key is published for anyone to use</a:t>
            </a:r>
          </a:p>
          <a:p>
            <a:r>
              <a:rPr lang="en-CA" dirty="0"/>
              <a:t>Only the receiving party has access to decryption key</a:t>
            </a:r>
          </a:p>
          <a:p>
            <a:r>
              <a:rPr lang="en-CA" dirty="0"/>
              <a:t>Public-key can be openly distributed without compromising security</a:t>
            </a:r>
          </a:p>
          <a:p>
            <a:r>
              <a:rPr lang="en-CA" dirty="0"/>
              <a:t>Primarily used to encrypt communication messages</a:t>
            </a:r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D2E66B33-205F-4356-8B9C-643E344470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1" t="21555" r="5480"/>
          <a:stretch/>
        </p:blipFill>
        <p:spPr>
          <a:xfrm>
            <a:off x="6096001" y="873002"/>
            <a:ext cx="6095999" cy="537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80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F6582C5-F429-BC51-5FCE-93289FECF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45304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36B54-CD3F-2369-8342-6137B0B3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CA"/>
              <a:t>Military use</a:t>
            </a: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48ECF73-C0F4-0679-60FB-8A6F9F5A0A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25883"/>
              </p:ext>
            </p:extLst>
          </p:nvPr>
        </p:nvGraphicFramePr>
        <p:xfrm>
          <a:off x="6445679" y="897570"/>
          <a:ext cx="4538493" cy="5088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09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449F-DEBA-1FD5-46A9-36D9FB17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erasure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AC8B468-BBDE-6A41-5F21-D0F9A17957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52500" y="2285997"/>
          <a:ext cx="10287000" cy="3890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7409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CC6E-60A2-368B-0E46-ACB07FDB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Python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FC36BB-6503-5337-7FCD-C92DAC7BD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348930"/>
              </p:ext>
            </p:extLst>
          </p:nvPr>
        </p:nvGraphicFramePr>
        <p:xfrm>
          <a:off x="952500" y="2285997"/>
          <a:ext cx="10287000" cy="3890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7221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7B34-F8D7-9932-2EA3-D10F1568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8AF99-E359-DEA2-EB15-BDA7A496C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https://www.javatpoint.com/cryptography-package-in-python#:~:text=Cryptography%20deals%20with%20the%20encryption,to%20encrypt%20and%20decrypt%20data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https://en.wikipedia.org/wiki/Encryption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https://en.wikipedia.org/wiki/Symmetric-key_algorithm</a:t>
            </a:r>
            <a:endParaRPr lang="en-US" dirty="0"/>
          </a:p>
          <a:p>
            <a:pPr marL="0" indent="0">
              <a:buNone/>
            </a:pPr>
            <a:r>
              <a:rPr lang="en-US">
                <a:hlinkClick r:id="rId5"/>
              </a:rPr>
              <a:t>https://en.wikipedia.org/wiki/Public-key_cryptography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429135"/>
      </p:ext>
    </p:extLst>
  </p:cSld>
  <p:clrMapOvr>
    <a:masterClrMapping/>
  </p:clrMapOvr>
</p:sld>
</file>

<file path=ppt/theme/theme1.xml><?xml version="1.0" encoding="utf-8"?>
<a:theme xmlns:a="http://schemas.openxmlformats.org/drawingml/2006/main" name="Afterglow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2E5E8"/>
      </a:lt2>
      <a:accent1>
        <a:srgbClr val="D19651"/>
      </a:accent1>
      <a:accent2>
        <a:srgbClr val="A9A64F"/>
      </a:accent2>
      <a:accent3>
        <a:srgbClr val="90AB63"/>
      </a:accent3>
      <a:accent4>
        <a:srgbClr val="66B253"/>
      </a:accent4>
      <a:accent5>
        <a:srgbClr val="58B46B"/>
      </a:accent5>
      <a:accent6>
        <a:srgbClr val="53B28E"/>
      </a:accent6>
      <a:hlink>
        <a:srgbClr val="6283AA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glowVTI" id="{804DBEB7-1920-4C72-A0CB-091339F1875F}" vid="{D4C59F5A-9ECA-4C96-BDFD-0606A75324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376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Trade Gothic Next Cond</vt:lpstr>
      <vt:lpstr>Trade Gothic Next Light</vt:lpstr>
      <vt:lpstr>AfterglowVTI</vt:lpstr>
      <vt:lpstr>Encryption</vt:lpstr>
      <vt:lpstr>What is encryption?</vt:lpstr>
      <vt:lpstr>History of encryption</vt:lpstr>
      <vt:lpstr>Types of encryption</vt:lpstr>
      <vt:lpstr>Symmetric-key scheme</vt:lpstr>
      <vt:lpstr>Public-key scheme</vt:lpstr>
      <vt:lpstr>Military use</vt:lpstr>
      <vt:lpstr>Data erasure</vt:lpstr>
      <vt:lpstr>Python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Encryption</dc:title>
  <dc:creator>Paquette, Alexandre</dc:creator>
  <cp:lastModifiedBy>Paquette, Alexandre</cp:lastModifiedBy>
  <cp:revision>1</cp:revision>
  <dcterms:created xsi:type="dcterms:W3CDTF">2022-12-06T19:54:44Z</dcterms:created>
  <dcterms:modified xsi:type="dcterms:W3CDTF">2022-12-06T21:08:37Z</dcterms:modified>
</cp:coreProperties>
</file>